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13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2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81" r:id="rId27"/>
    <p:sldId id="291" r:id="rId50"/>
    <p:sldId id="258" r:id="rId4"/>
    <p:sldId id="284" r:id="rId30"/>
    <p:sldId id="285" r:id="rId31"/>
    <p:sldId id="287" r:id="rId33"/>
    <p:sldId id="268" r:id="rId14"/>
    <p:sldId id="262" r:id="rId8"/>
    <p:sldId id="290" r:id="rId36"/>
    <p:sldId id="274" r:id="rId20"/>
  </p:sldIdLst>
  <p:sldSz cx="24379184" cy="13716000"/>
  <p:notesSz cx="13716000" cy="243791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8" Type="http://schemas.openxmlformats.org/officeDocument/2006/relationships/slide" Target="slides/slide7.xml"/><Relationship Id="rId14" Type="http://schemas.openxmlformats.org/officeDocument/2006/relationships/slide" Target="slides/slide13.xml"/><Relationship Id="rId20" Type="http://schemas.openxmlformats.org/officeDocument/2006/relationships/slide" Target="slides/slide19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3" Type="http://schemas.openxmlformats.org/officeDocument/2006/relationships/slide" Target="slides/slide32.xml"/><Relationship Id="rId36" Type="http://schemas.openxmlformats.org/officeDocument/2006/relationships/slide" Target="slides/slide35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slide" Target="slides/slide3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HW3 for AI Assisted Products (Prof. Rosenthal), Joseph Benzaquen, Yeshiva University.</a:t>
            </a:r>
            <a:endParaRPr lang="en-US" dirty="0"/>
          </a:p>
          <a:p>
            <a:r>
              <a:rPr lang="en-US" dirty="0"/>
              <a:t>Claude Code connects to four services (Gmail, GitHub, Notion, Supabase) through MCP servers. All data is fake test data for a made-up motorcycle dealership in Caracas.</a:t>
            </a:r>
            <a:endParaRPr lang="en-US" dirty="0"/>
          </a:p>
          <a:p>
            <a:r>
              <a:rPr lang="en-US" dirty="0"/>
              <a:t>Source: https://github.com/josephhomeworksai-hash/third-party-dashboard (README.md)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Gmail: a test inbox (josephhomeworksai@gmail.com) with 10 fake customer emails about prices, financing, stock and trade-ins.</a:t>
            </a:r>
            <a:endParaRPr lang="en-US" dirty="0"/>
          </a:p>
          <a:p>
            <a:r>
              <a:rPr lang="en-US" dirty="0"/>
              <a:t>Connected through the community server gmail-mcp-imap (IMAP with an app password). Each email is saved as dataExports/gmail/&lt;messageId&gt;.json with from, to, date, subject, labels, snippet and body.</a:t>
            </a:r>
            <a:endParaRPr lang="en-US" dirty="0"/>
          </a:p>
          <a:p>
            <a:r>
              <a:rPr lang="en-US" dirty="0"/>
              <a:t>Sources: README.md and localStorageFormats.md in https://github.com/josephhomeworksai-hash/third-party-dashboard ; server: https://github.com/suhail-ak-2/gmail-mcp-imap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export-services skill tells Claude Code how to repeat the whole download. Before starting it checks that all 4 MCP servers are connected and uses only the test accounts.</a:t>
            </a:r>
            <a:endParaRPr lang="en-US" dirty="0"/>
          </a:p>
          <a:p>
            <a:r>
              <a:rPr lang="en-US" dirty="0"/>
              <a:t>01 Read: Gmail search_emails + get_email_content, GitHub list_issues, Notion fetch + query, Supabase read-only SQL. 02 Filter: Gmail query "fake customer inquiry for class assignment" so no unrelated mail is saved. 03 Save: the formats in localStorageFormats.md. 04 Check: count files (at least 5 per service), run python3 dashboard/server.py --search "financing", report counts, check git status for secrets.</a:t>
            </a:r>
            <a:endParaRPr lang="en-US" dirty="0"/>
          </a:p>
          <a:p>
            <a:r>
              <a:rPr lang="en-US" dirty="0"/>
              <a:t>Screenshot: dashboard home with 50 results (Gmail 10, GitHub 10, Notion 10, Supabase 20 rows).</a:t>
            </a:r>
            <a:endParaRPr lang="en-US" dirty="0"/>
          </a:p>
          <a:p>
            <a:r>
              <a:rPr lang="en-US" dirty="0"/>
              <a:t>Sources: README.md, localStorageFormats.md, .claude/skills/export-services/SKILL.md and dashboard/server.py in https://github.com/josephhomeworksai-hash/third-party-dashboard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service gets its own folder under dataExports/: 10 Gmail JSON files, 10 GitHub JSON files, 10 Notion Markdown files, and 5 Supabase files (2 JSON, 2 CSV, schema.json).</a:t>
            </a:r>
            <a:endParaRPr lang="en-US" dirty="0"/>
          </a:p>
          <a:p>
            <a:r>
              <a:rPr lang="en-US" dirty="0"/>
              <a:t>Gmail and GitHub are records with short fields plus one long text, so JSON. Notion pages are mostly text, so Markdown with YAML front matter. Supabase data is a table, so CSV (opens in Excel) plus JSON (keeps table metadata).</a:t>
            </a:r>
            <a:endParaRPr lang="en-US" dirty="0"/>
          </a:p>
          <a:p>
            <a:r>
              <a:rPr lang="en-US" dirty="0"/>
              <a:t>Sources: README.md, localStorageFormats.md, .claude/skills/export-services/SKILL.md and dashboard/server.py in https://github.com/josephhomeworksai-hash/third-party-dashboard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Challenges: for Gmail, the Google Cloud OAuth setup was too heavy, so I used the community IMAP server gmail-mcp-imap with an app password. Each service logs in its own way: Notion and Supabase with OAuth in the browser, GitHub with a personal access token, Gmail with an app password. The repo is public, so all data is fake (an invented motorcycle dealership in Caracas) and no secrets are stored.</a:t>
            </a:r>
            <a:endParaRPr lang="en-US" dirty="0"/>
          </a:p>
          <a:p>
            <a:r>
              <a:rPr lang="en-US" dirty="0"/>
              <a:t>Lessons: separate test accounts keep real data out of the repo. The export-services skill makes the download repeatable. The local dashboard searches JSON, Markdown and CSV together.</a:t>
            </a:r>
            <a:endParaRPr lang="en-US" dirty="0"/>
          </a:p>
          <a:p>
            <a:r>
              <a:rPr lang="en-US" dirty="0"/>
              <a:t>Sources: README.md and .claude/skills/export-services/SKILL.md in https://github.com/josephhomeworksai-hash/third-party-dashboard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steps: Claude Code uses MCP servers for Gmail, GitHub, Notion and Supabase. The export-services skill repeats the download. Files land in the dataExports folder. A local dashboard searches all four at once.</a:t>
            </a:r>
            <a:endParaRPr lang="en-US" dirty="0"/>
          </a:p>
          <a:p>
            <a:r>
              <a:rPr lang="en-US" dirty="0"/>
              <a:t>Sources: README.md and .claude/skills/export-services/SKILL.md in https://github.com/josephhomeworksai-hash/third-party-dashboard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GitHub: test account josephhomeworksai-hash with the repo dealership-test-tasks (10 issues about dealership to-dos).</a:t>
            </a:r>
            <a:endParaRPr lang="en-US" dirty="0"/>
          </a:p>
          <a:p>
            <a:r>
              <a:rPr lang="en-US" dirty="0"/>
              <a:t>Connected with the official GitHub MCP server (https://api.githubcopilot.com/mcp/) and a personal access token exported in the shell, never written to a file.</a:t>
            </a:r>
            <a:endParaRPr lang="en-US" dirty="0"/>
          </a:p>
          <a:p>
            <a:r>
              <a:rPr lang="en-US" dirty="0"/>
              <a:t>Each issue is saved as dataExports/github/issue-NN.json with number, title, state, labels, assignees, author, created/updated dates, url, comments count and body.</a:t>
            </a:r>
            <a:endParaRPr lang="en-US" dirty="0"/>
          </a:p>
          <a:p>
            <a:r>
              <a:rPr lang="en-US" dirty="0"/>
              <a:t>Sources: README.md, localStorageFormats.md and .mcp.json in https://github.com/josephhomeworksai-hash/third-party-dashboard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Notion: the database "Dealership Test" with 10 lead follow-up pages. Columns: Brand, Lead Source, Stage, Follow-up Date.</a:t>
            </a:r>
            <a:endParaRPr lang="en-US" dirty="0"/>
          </a:p>
          <a:p>
            <a:r>
              <a:rPr lang="en-US" dirty="0"/>
              <a:t>Connected with the official Notion MCP server (https://mcp.notion.com/mcp) using OAuth in the browser with the Notion test account.</a:t>
            </a:r>
            <a:endParaRPr lang="en-US" dirty="0"/>
          </a:p>
          <a:p>
            <a:r>
              <a:rPr lang="en-US" dirty="0"/>
              <a:t>Each page is saved as dataExports/notion/&lt;title-slug&gt;-&lt;id&gt;.md with YAML front matter (id, url, title, database, dates and the properties block).</a:t>
            </a:r>
            <a:endParaRPr lang="en-US" dirty="0"/>
          </a:p>
          <a:p>
            <a:r>
              <a:rPr lang="en-US" dirty="0"/>
              <a:t>Sources: README.md, localStorageFormats.md and .mcp.json in https://github.com/josephhomeworksai-hash/third-party-dashboard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Supabase: project "Dealership-test" with the tables motorcycles and clients_sales, 10 rows each.</a:t>
            </a:r>
            <a:endParaRPr lang="en-US" dirty="0"/>
          </a:p>
          <a:p>
            <a:r>
              <a:rPr lang="en-US" dirty="0"/>
              <a:t>Connected with the official Supabase MCP server using OAuth; the server URL has read_only=true, so the export cannot change data.</a:t>
            </a:r>
            <a:endParaRPr lang="en-US" dirty="0"/>
          </a:p>
          <a:p>
            <a:r>
              <a:rPr lang="en-US" dirty="0"/>
              <a:t>Each table is saved as JSON and CSV (dataExports/supabase/), plus schema.json with every column name, type, nullability and default.</a:t>
            </a:r>
            <a:endParaRPr lang="en-US" dirty="0"/>
          </a:p>
          <a:p>
            <a:r>
              <a:rPr lang="en-US" dirty="0"/>
              <a:t>Sources: README.md, localStorageFormats.md and .mcp.json in https://github.com/josephhomeworksai-hash/third-party-dashboard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dashboard/server.py (Python standard library only) reads all dataExports folders on every search. Each email, issue, page and Supabase row is one result with a colored service badge, a highlighted snippet and the file it came from.</a:t>
            </a:r>
            <a:endParaRPr lang="en-US" dirty="0"/>
          </a:p>
          <a:p>
            <a:r>
              <a:rPr lang="en-US" dirty="0"/>
              <a:t>Searching "financing" gives 14 results: Gmail 1, GitHub 2, Notion 4, Supabase 7 (from the screenshot).</a:t>
            </a:r>
            <a:endParaRPr lang="en-US" dirty="0"/>
          </a:p>
          <a:p>
            <a:r>
              <a:rPr lang="en-US" dirty="0"/>
              <a:t>Run: python3 dashboard/server.py, then open http://localhost:8000.</a:t>
            </a:r>
            <a:endParaRPr lang="en-US" dirty="0"/>
          </a:p>
          <a:p>
            <a:r>
              <a:rPr lang="en-US" dirty="0"/>
              <a:t>Sources: README.md, localStorageFormats.md, .claude/skills/export-services/SKILL.md and dashboard/server.py in https://github.com/josephhomeworksai-hash/third-party-dashboard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 /mcp shows the four project MCP servers from .mcp.json, all connected: github (47 tools), gmail (19), notion (49), supabase (13). Notion and Supabase sign in with OAuth, GitHub with a personal access token, Gmail with an app password.</a:t>
            </a:r>
            <a:endParaRPr lang="en-US" dirty="0"/>
          </a:p>
          <a:p>
            <a:r>
              <a:rPr lang="en-US" dirty="0"/>
              <a:t>Source: screenshot of Claude Code /mcp on Joseph's Mac (real-mcp-connected.png); .mcp.json in https://github.com/josephhomeworksai-hash/third-party-dashboard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Gmail" Type="http://schemas.openxmlformats.org/officeDocument/2006/relationships/image" Target="../media/gmail-export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hot" Type="http://schemas.openxmlformats.org/officeDocument/2006/relationships/image" Target="../media/real-skill-result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hot" Type="http://schemas.openxmlformats.org/officeDocument/2006/relationships/image" Target="../media/dataexports-tree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hot" Type="http://schemas.openxmlformats.org/officeDocument/2006/relationships/image" Target="../media/github-issues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hot" Type="http://schemas.openxmlformats.org/officeDocument/2006/relationships/image" Target="../media/notion-export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hot" Type="http://schemas.openxmlformats.org/officeDocument/2006/relationships/image" Target="../media/supabase-export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hot" Type="http://schemas.openxmlformats.org/officeDocument/2006/relationships/image" Target="../media/real-dashboard-financing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hot" Type="http://schemas.openxmlformats.org/officeDocument/2006/relationships/image" Target="../media/real-mcp-connected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1144000">
            <a:off x="17209008" y="0"/>
            <a:ext cx="6291072" cy="13706856"/>
          </a:xfrm>
          <a:custGeom>
            <a:avLst/>
            <a:gdLst/>
            <a:ahLst/>
            <a:cxnLst/>
            <a:rect l="l" t="t" r="r" b="b"/>
            <a:pathLst>
              <a:path w="6291072" h="13706856">
                <a:moveTo>
                  <a:pt x="3621024" y="0"/>
                </a:moveTo>
                <a:lnTo>
                  <a:pt x="6291072" y="0"/>
                </a:lnTo>
                <a:lnTo>
                  <a:pt x="6291072" y="13706856"/>
                </a:lnTo>
                <a:lnTo>
                  <a:pt x="2258568" y="13706856"/>
                </a:lnTo>
                <a:lnTo>
                  <a:pt x="2240280" y="13688568"/>
                </a:lnTo>
                <a:cubicBezTo>
                  <a:pt x="868680" y="12152376"/>
                  <a:pt x="0" y="9921240"/>
                  <a:pt x="0" y="7452360"/>
                </a:cubicBezTo>
                <a:cubicBezTo>
                  <a:pt x="0" y="4242816"/>
                  <a:pt x="1453896" y="1453896"/>
                  <a:pt x="3584448" y="27432"/>
                </a:cubicBezTo>
                <a:close/>
              </a:path>
            </a:pathLst>
          </a:custGeom>
          <a:solidFill>
            <a:srgbClr val="FDE9DC"/>
          </a:solidFill>
          <a:ln/>
        </p:spPr>
      </p:sp>
      <p:sp>
        <p:nvSpPr>
          <p:cNvPr id="3" name="Shape 1"/>
          <p:cNvSpPr/>
          <p:nvPr/>
        </p:nvSpPr>
        <p:spPr>
          <a:xfrm>
            <a:off x="18086832" y="0"/>
            <a:ext cx="6291072" cy="13716000"/>
          </a:xfrm>
          <a:custGeom>
            <a:avLst/>
            <a:gdLst/>
            <a:ahLst/>
            <a:cxnLst/>
            <a:rect l="l" t="t" r="r" b="b"/>
            <a:pathLst>
              <a:path w="6291072" h="13716000">
                <a:moveTo>
                  <a:pt x="3621024" y="0"/>
                </a:moveTo>
                <a:lnTo>
                  <a:pt x="6291072" y="0"/>
                </a:lnTo>
                <a:lnTo>
                  <a:pt x="6291072" y="13716000"/>
                </a:lnTo>
                <a:lnTo>
                  <a:pt x="2258568" y="13716000"/>
                </a:lnTo>
                <a:lnTo>
                  <a:pt x="2240280" y="13697712"/>
                </a:lnTo>
                <a:cubicBezTo>
                  <a:pt x="868680" y="12161520"/>
                  <a:pt x="0" y="9930384"/>
                  <a:pt x="0" y="7452360"/>
                </a:cubicBezTo>
                <a:cubicBezTo>
                  <a:pt x="0" y="4242816"/>
                  <a:pt x="1453896" y="1453896"/>
                  <a:pt x="3584448" y="27432"/>
                </a:cubicBezTo>
                <a:close/>
              </a:path>
            </a:pathLst>
          </a:custGeom>
          <a:solidFill>
            <a:srgbClr val="F97C44"/>
          </a:solidFill>
          <a:ln/>
        </p:spPr>
      </p:sp>
      <p:sp>
        <p:nvSpPr>
          <p:cNvPr id="7" name="Text 5"/>
          <p:cNvSpPr/>
          <p:nvPr/>
        </p:nvSpPr>
        <p:spPr>
          <a:xfrm>
            <a:off x="1655064" y="3749039"/>
            <a:ext cx="1499615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Third-Party Data Dashboard:</a:t>
            </a:r>
            <a:endParaRPr lang="en-US" sz="6600" dirty="0"/>
          </a:p>
          <a:p>
            <a:pPr algn="l" indent="0" marL="0">
              <a:buNone/>
            </a:pPr>
            <a:r>
              <a:rPr lang="en-US" sz="66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Claude Code + MCP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1655064" y="7680960"/>
            <a:ext cx="149961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spc="600" kern="0" dirty="0">
                <a:solidFill>
                  <a:srgbClr val="F97C44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HW3 - AI Assisted Products - Joseph Benzaquen</a:t>
            </a:r>
            <a:endParaRPr lang="en-US" sz="2800" dirty="0"/>
          </a:p>
        </p:txBody>
      </p:sp>
      <p:sp>
        <p:nvSpPr>
          <p:cNvPr id="22" name="Text 21"/>
          <p:cNvSpPr/>
          <p:nvPr/>
        </p:nvSpPr>
        <p:spPr>
          <a:xfrm>
            <a:off x="1655064" y="8595360"/>
            <a:ext cx="149961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0" kern="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Yeshiva University  |  Prof. Rosenthal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9238976" y="2697480"/>
            <a:ext cx="3785615" cy="3566160"/>
          </a:xfrm>
          <a:prstGeom prst="roundRect">
            <a:avLst>
              <a:gd name="adj" fmla="val 55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50900" dist="38100" dir="27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238976" y="3017520"/>
            <a:ext cx="3785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7F7F7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Services connected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9238976" y="3520440"/>
            <a:ext cx="37856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232878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4</a:t>
            </a:r>
            <a:endParaRPr lang="en-US" sz="9600" dirty="0"/>
          </a:p>
        </p:txBody>
      </p:sp>
      <p:sp>
        <p:nvSpPr>
          <p:cNvPr id="21" name="Text 19"/>
          <p:cNvSpPr/>
          <p:nvPr/>
        </p:nvSpPr>
        <p:spPr>
          <a:xfrm>
            <a:off x="19238976" y="5074920"/>
            <a:ext cx="37856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Gmail, GitHub,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Notion, Supabase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2336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307592"/>
                </a:moveTo>
                <a:lnTo>
                  <a:pt x="435343" y="1296586"/>
                </a:lnTo>
                <a:lnTo>
                  <a:pt x="870685" y="1275795"/>
                </a:lnTo>
                <a:lnTo>
                  <a:pt x="1306028" y="1269927"/>
                </a:lnTo>
                <a:lnTo>
                  <a:pt x="1741370" y="1303693"/>
                </a:lnTo>
                <a:lnTo>
                  <a:pt x="2176713" y="1386382"/>
                </a:lnTo>
                <a:lnTo>
                  <a:pt x="2612055" y="1494204"/>
                </a:lnTo>
                <a:lnTo>
                  <a:pt x="3047398" y="1643420"/>
                </a:lnTo>
                <a:lnTo>
                  <a:pt x="3482741" y="1853246"/>
                </a:lnTo>
                <a:lnTo>
                  <a:pt x="3918083" y="2143301"/>
                </a:lnTo>
                <a:lnTo>
                  <a:pt x="4353426" y="2521972"/>
                </a:lnTo>
                <a:lnTo>
                  <a:pt x="4788768" y="2966094"/>
                </a:lnTo>
                <a:lnTo>
                  <a:pt x="5224111" y="3448556"/>
                </a:lnTo>
                <a:lnTo>
                  <a:pt x="5659453" y="3942639"/>
                </a:lnTo>
                <a:lnTo>
                  <a:pt x="6094796" y="4489633"/>
                </a:lnTo>
                <a:lnTo>
                  <a:pt x="6530139" y="5085533"/>
                </a:lnTo>
                <a:lnTo>
                  <a:pt x="6965481" y="5664108"/>
                </a:lnTo>
                <a:lnTo>
                  <a:pt x="7400824" y="6159123"/>
                </a:lnTo>
                <a:lnTo>
                  <a:pt x="7836166" y="6541936"/>
                </a:lnTo>
                <a:lnTo>
                  <a:pt x="8271509" y="6860333"/>
                </a:lnTo>
                <a:lnTo>
                  <a:pt x="8706851" y="7104523"/>
                </a:lnTo>
                <a:lnTo>
                  <a:pt x="9142194" y="7261809"/>
                </a:lnTo>
                <a:lnTo>
                  <a:pt x="9577537" y="7315646"/>
                </a:lnTo>
                <a:lnTo>
                  <a:pt x="10012879" y="7246449"/>
                </a:lnTo>
                <a:lnTo>
                  <a:pt x="10448222" y="7090172"/>
                </a:lnTo>
                <a:lnTo>
                  <a:pt x="10883564" y="6890743"/>
                </a:lnTo>
                <a:lnTo>
                  <a:pt x="11318907" y="6691050"/>
                </a:lnTo>
                <a:lnTo>
                  <a:pt x="11754250" y="6473612"/>
                </a:lnTo>
                <a:lnTo>
                  <a:pt x="12189592" y="6226493"/>
                </a:lnTo>
                <a:lnTo>
                  <a:pt x="12624935" y="5965822"/>
                </a:lnTo>
                <a:lnTo>
                  <a:pt x="13060277" y="5707730"/>
                </a:lnTo>
                <a:lnTo>
                  <a:pt x="13495620" y="5454457"/>
                </a:lnTo>
                <a:lnTo>
                  <a:pt x="13930962" y="5193979"/>
                </a:lnTo>
                <a:lnTo>
                  <a:pt x="14366305" y="4935472"/>
                </a:lnTo>
                <a:lnTo>
                  <a:pt x="14801648" y="4688545"/>
                </a:lnTo>
                <a:lnTo>
                  <a:pt x="15236990" y="4459620"/>
                </a:lnTo>
                <a:lnTo>
                  <a:pt x="15672333" y="4240085"/>
                </a:lnTo>
                <a:lnTo>
                  <a:pt x="16107675" y="4032905"/>
                </a:lnTo>
                <a:lnTo>
                  <a:pt x="16543018" y="3843227"/>
                </a:lnTo>
                <a:lnTo>
                  <a:pt x="16978360" y="3675892"/>
                </a:lnTo>
                <a:lnTo>
                  <a:pt x="17413703" y="3527638"/>
                </a:lnTo>
                <a:lnTo>
                  <a:pt x="17849046" y="3398039"/>
                </a:lnTo>
                <a:lnTo>
                  <a:pt x="18284388" y="3289840"/>
                </a:lnTo>
                <a:lnTo>
                  <a:pt x="18719731" y="3205787"/>
                </a:lnTo>
                <a:lnTo>
                  <a:pt x="19155073" y="3147081"/>
                </a:lnTo>
                <a:lnTo>
                  <a:pt x="19590416" y="3112070"/>
                </a:lnTo>
                <a:lnTo>
                  <a:pt x="20025758" y="3099717"/>
                </a:lnTo>
                <a:lnTo>
                  <a:pt x="20461101" y="3108995"/>
                </a:lnTo>
                <a:lnTo>
                  <a:pt x="20896444" y="3139511"/>
                </a:lnTo>
                <a:lnTo>
                  <a:pt x="21331786" y="3192578"/>
                </a:lnTo>
                <a:lnTo>
                  <a:pt x="21767129" y="3267080"/>
                </a:lnTo>
                <a:lnTo>
                  <a:pt x="22202471" y="3361645"/>
                </a:lnTo>
                <a:lnTo>
                  <a:pt x="22637814" y="3477491"/>
                </a:lnTo>
                <a:lnTo>
                  <a:pt x="23073156" y="3641414"/>
                </a:lnTo>
                <a:lnTo>
                  <a:pt x="23508499" y="3830108"/>
                </a:lnTo>
                <a:lnTo>
                  <a:pt x="23943842" y="4004106"/>
                </a:lnTo>
                <a:lnTo>
                  <a:pt x="24379184" y="41239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02336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728216"/>
                </a:moveTo>
                <a:lnTo>
                  <a:pt x="435343" y="1717621"/>
                </a:lnTo>
                <a:lnTo>
                  <a:pt x="870685" y="1698650"/>
                </a:lnTo>
                <a:lnTo>
                  <a:pt x="1306028" y="1690519"/>
                </a:lnTo>
                <a:lnTo>
                  <a:pt x="1741370" y="1712447"/>
                </a:lnTo>
                <a:lnTo>
                  <a:pt x="2176713" y="1769832"/>
                </a:lnTo>
                <a:lnTo>
                  <a:pt x="2612055" y="1841753"/>
                </a:lnTo>
                <a:lnTo>
                  <a:pt x="3047398" y="1946725"/>
                </a:lnTo>
                <a:lnTo>
                  <a:pt x="3482741" y="2106026"/>
                </a:lnTo>
                <a:lnTo>
                  <a:pt x="3918083" y="2340495"/>
                </a:lnTo>
                <a:lnTo>
                  <a:pt x="4353426" y="2653573"/>
                </a:lnTo>
                <a:lnTo>
                  <a:pt x="4788768" y="3025871"/>
                </a:lnTo>
                <a:lnTo>
                  <a:pt x="5224111" y="3436456"/>
                </a:lnTo>
                <a:lnTo>
                  <a:pt x="5659453" y="3864705"/>
                </a:lnTo>
                <a:lnTo>
                  <a:pt x="6094796" y="4343543"/>
                </a:lnTo>
                <a:lnTo>
                  <a:pt x="6530139" y="4869441"/>
                </a:lnTo>
                <a:lnTo>
                  <a:pt x="6965481" y="5389548"/>
                </a:lnTo>
                <a:lnTo>
                  <a:pt x="7400824" y="5851016"/>
                </a:lnTo>
                <a:lnTo>
                  <a:pt x="7836166" y="6234161"/>
                </a:lnTo>
                <a:lnTo>
                  <a:pt x="8271509" y="6579633"/>
                </a:lnTo>
                <a:lnTo>
                  <a:pt x="8706851" y="6870900"/>
                </a:lnTo>
                <a:lnTo>
                  <a:pt x="9142194" y="7088743"/>
                </a:lnTo>
                <a:lnTo>
                  <a:pt x="9577537" y="7213544"/>
                </a:lnTo>
                <a:lnTo>
                  <a:pt x="10012879" y="7239638"/>
                </a:lnTo>
                <a:lnTo>
                  <a:pt x="10448222" y="7191023"/>
                </a:lnTo>
                <a:lnTo>
                  <a:pt x="10883564" y="7094468"/>
                </a:lnTo>
                <a:lnTo>
                  <a:pt x="11318907" y="6976013"/>
                </a:lnTo>
                <a:lnTo>
                  <a:pt x="11754250" y="6821126"/>
                </a:lnTo>
                <a:lnTo>
                  <a:pt x="12189592" y="6624828"/>
                </a:lnTo>
                <a:lnTo>
                  <a:pt x="12624935" y="6402906"/>
                </a:lnTo>
                <a:lnTo>
                  <a:pt x="13060277" y="6171147"/>
                </a:lnTo>
                <a:lnTo>
                  <a:pt x="13495620" y="5930665"/>
                </a:lnTo>
                <a:lnTo>
                  <a:pt x="13930962" y="5669280"/>
                </a:lnTo>
                <a:lnTo>
                  <a:pt x="14366305" y="5398532"/>
                </a:lnTo>
                <a:lnTo>
                  <a:pt x="14801648" y="5130433"/>
                </a:lnTo>
                <a:lnTo>
                  <a:pt x="15236990" y="4872430"/>
                </a:lnTo>
                <a:lnTo>
                  <a:pt x="15672333" y="4612028"/>
                </a:lnTo>
                <a:lnTo>
                  <a:pt x="16107675" y="4355568"/>
                </a:lnTo>
                <a:lnTo>
                  <a:pt x="16543018" y="4112660"/>
                </a:lnTo>
                <a:lnTo>
                  <a:pt x="16978360" y="3892338"/>
                </a:lnTo>
                <a:lnTo>
                  <a:pt x="17413703" y="3688498"/>
                </a:lnTo>
                <a:lnTo>
                  <a:pt x="17849046" y="3500356"/>
                </a:lnTo>
                <a:lnTo>
                  <a:pt x="18284388" y="3333059"/>
                </a:lnTo>
                <a:lnTo>
                  <a:pt x="18719731" y="3191757"/>
                </a:lnTo>
                <a:lnTo>
                  <a:pt x="19155073" y="3077278"/>
                </a:lnTo>
                <a:lnTo>
                  <a:pt x="19590416" y="2986442"/>
                </a:lnTo>
                <a:lnTo>
                  <a:pt x="20025758" y="2920254"/>
                </a:lnTo>
                <a:lnTo>
                  <a:pt x="20461101" y="2879742"/>
                </a:lnTo>
                <a:lnTo>
                  <a:pt x="20896444" y="2865858"/>
                </a:lnTo>
                <a:lnTo>
                  <a:pt x="21331786" y="2878422"/>
                </a:lnTo>
                <a:lnTo>
                  <a:pt x="21767129" y="2916426"/>
                </a:lnTo>
                <a:lnTo>
                  <a:pt x="22202471" y="2978840"/>
                </a:lnTo>
                <a:lnTo>
                  <a:pt x="22637814" y="3067222"/>
                </a:lnTo>
                <a:lnTo>
                  <a:pt x="23073156" y="3208465"/>
                </a:lnTo>
                <a:lnTo>
                  <a:pt x="23508499" y="3378958"/>
                </a:lnTo>
                <a:lnTo>
                  <a:pt x="23943842" y="3538891"/>
                </a:lnTo>
                <a:lnTo>
                  <a:pt x="24379184" y="36484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02336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139696"/>
                </a:moveTo>
                <a:lnTo>
                  <a:pt x="435343" y="2132696"/>
                </a:lnTo>
                <a:lnTo>
                  <a:pt x="870685" y="2120161"/>
                </a:lnTo>
                <a:lnTo>
                  <a:pt x="1306028" y="2114789"/>
                </a:lnTo>
                <a:lnTo>
                  <a:pt x="1741370" y="2129277"/>
                </a:lnTo>
                <a:lnTo>
                  <a:pt x="2176713" y="2164315"/>
                </a:lnTo>
                <a:lnTo>
                  <a:pt x="2612055" y="2202272"/>
                </a:lnTo>
                <a:lnTo>
                  <a:pt x="3047398" y="2264622"/>
                </a:lnTo>
                <a:lnTo>
                  <a:pt x="3482741" y="2375387"/>
                </a:lnTo>
                <a:lnTo>
                  <a:pt x="3918083" y="2557371"/>
                </a:lnTo>
                <a:lnTo>
                  <a:pt x="4353426" y="2809624"/>
                </a:lnTo>
                <a:lnTo>
                  <a:pt x="4788768" y="3115431"/>
                </a:lnTo>
                <a:lnTo>
                  <a:pt x="5224111" y="3458663"/>
                </a:lnTo>
                <a:lnTo>
                  <a:pt x="5659453" y="3823431"/>
                </a:lnTo>
                <a:lnTo>
                  <a:pt x="6094796" y="4235387"/>
                </a:lnTo>
                <a:lnTo>
                  <a:pt x="6530139" y="4691692"/>
                </a:lnTo>
                <a:lnTo>
                  <a:pt x="6965481" y="5151164"/>
                </a:lnTo>
                <a:lnTo>
                  <a:pt x="7400824" y="5572623"/>
                </a:lnTo>
                <a:lnTo>
                  <a:pt x="7836166" y="5942571"/>
                </a:lnTo>
                <a:lnTo>
                  <a:pt x="8271509" y="6294146"/>
                </a:lnTo>
                <a:lnTo>
                  <a:pt x="8706851" y="6609404"/>
                </a:lnTo>
                <a:lnTo>
                  <a:pt x="9142194" y="6868099"/>
                </a:lnTo>
                <a:lnTo>
                  <a:pt x="9577537" y="7052147"/>
                </a:lnTo>
                <a:lnTo>
                  <a:pt x="10012879" y="7167008"/>
                </a:lnTo>
                <a:lnTo>
                  <a:pt x="10448222" y="7223467"/>
                </a:lnTo>
                <a:lnTo>
                  <a:pt x="10883564" y="7230789"/>
                </a:lnTo>
                <a:lnTo>
                  <a:pt x="11318907" y="7197875"/>
                </a:lnTo>
                <a:lnTo>
                  <a:pt x="11754250" y="7115212"/>
                </a:lnTo>
                <a:lnTo>
                  <a:pt x="12189592" y="6983730"/>
                </a:lnTo>
                <a:lnTo>
                  <a:pt x="12624935" y="6815782"/>
                </a:lnTo>
                <a:lnTo>
                  <a:pt x="13060277" y="6623724"/>
                </a:lnTo>
                <a:lnTo>
                  <a:pt x="13495620" y="6406074"/>
                </a:lnTo>
                <a:lnTo>
                  <a:pt x="13930962" y="6152392"/>
                </a:lnTo>
                <a:lnTo>
                  <a:pt x="14366305" y="5877310"/>
                </a:lnTo>
                <a:lnTo>
                  <a:pt x="14801648" y="5595927"/>
                </a:lnTo>
                <a:lnTo>
                  <a:pt x="15236990" y="5317557"/>
                </a:lnTo>
                <a:lnTo>
                  <a:pt x="15672333" y="5026341"/>
                </a:lnTo>
                <a:lnTo>
                  <a:pt x="16107675" y="4730478"/>
                </a:lnTo>
                <a:lnTo>
                  <a:pt x="16543018" y="4442324"/>
                </a:lnTo>
                <a:lnTo>
                  <a:pt x="16978360" y="4173387"/>
                </a:lnTo>
                <a:lnTo>
                  <a:pt x="17413703" y="3913819"/>
                </a:lnTo>
                <a:lnTo>
                  <a:pt x="17849046" y="3664106"/>
                </a:lnTo>
                <a:lnTo>
                  <a:pt x="18284388" y="3433858"/>
                </a:lnTo>
                <a:lnTo>
                  <a:pt x="18719731" y="3232683"/>
                </a:lnTo>
                <a:lnTo>
                  <a:pt x="19155073" y="3062064"/>
                </a:lnTo>
                <a:lnTo>
                  <a:pt x="19590416" y="2916061"/>
                </a:lnTo>
                <a:lnTo>
                  <a:pt x="20025758" y="2796686"/>
                </a:lnTo>
                <a:lnTo>
                  <a:pt x="20461101" y="2705998"/>
                </a:lnTo>
                <a:lnTo>
                  <a:pt x="20896444" y="2645415"/>
                </a:lnTo>
                <a:lnTo>
                  <a:pt x="21331786" y="2613612"/>
                </a:lnTo>
                <a:lnTo>
                  <a:pt x="21767129" y="2610390"/>
                </a:lnTo>
                <a:lnTo>
                  <a:pt x="22202471" y="2635749"/>
                </a:lnTo>
                <a:lnTo>
                  <a:pt x="22637814" y="2692180"/>
                </a:lnTo>
                <a:lnTo>
                  <a:pt x="23073156" y="2805954"/>
                </a:lnTo>
                <a:lnTo>
                  <a:pt x="23508499" y="2953369"/>
                </a:lnTo>
                <a:lnTo>
                  <a:pt x="23943842" y="3094958"/>
                </a:lnTo>
                <a:lnTo>
                  <a:pt x="24379184" y="31912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02336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108960"/>
                </a:moveTo>
                <a:lnTo>
                  <a:pt x="435343" y="3010013"/>
                </a:lnTo>
                <a:lnTo>
                  <a:pt x="870685" y="2863681"/>
                </a:lnTo>
                <a:lnTo>
                  <a:pt x="1306028" y="2714234"/>
                </a:lnTo>
                <a:lnTo>
                  <a:pt x="1741370" y="2605942"/>
                </a:lnTo>
                <a:lnTo>
                  <a:pt x="2176713" y="2562519"/>
                </a:lnTo>
                <a:lnTo>
                  <a:pt x="2612055" y="2550695"/>
                </a:lnTo>
                <a:lnTo>
                  <a:pt x="3047398" y="2576902"/>
                </a:lnTo>
                <a:lnTo>
                  <a:pt x="3482741" y="2651094"/>
                </a:lnTo>
                <a:lnTo>
                  <a:pt x="3918083" y="2783364"/>
                </a:lnTo>
                <a:lnTo>
                  <a:pt x="4353426" y="2977635"/>
                </a:lnTo>
                <a:lnTo>
                  <a:pt x="4788768" y="3222363"/>
                </a:lnTo>
                <a:lnTo>
                  <a:pt x="5224111" y="3504163"/>
                </a:lnTo>
                <a:lnTo>
                  <a:pt x="5659453" y="3809844"/>
                </a:lnTo>
                <a:lnTo>
                  <a:pt x="6094796" y="4159520"/>
                </a:lnTo>
                <a:lnTo>
                  <a:pt x="6530139" y="4551328"/>
                </a:lnTo>
                <a:lnTo>
                  <a:pt x="6965481" y="4953009"/>
                </a:lnTo>
                <a:lnTo>
                  <a:pt x="7400824" y="5332304"/>
                </a:lnTo>
                <a:lnTo>
                  <a:pt x="7836166" y="5679213"/>
                </a:lnTo>
                <a:lnTo>
                  <a:pt x="8271509" y="6020149"/>
                </a:lnTo>
                <a:lnTo>
                  <a:pt x="8706851" y="6339483"/>
                </a:lnTo>
                <a:lnTo>
                  <a:pt x="9142194" y="6619711"/>
                </a:lnTo>
                <a:lnTo>
                  <a:pt x="9577537" y="6846999"/>
                </a:lnTo>
                <a:lnTo>
                  <a:pt x="10012879" y="7034009"/>
                </a:lnTo>
                <a:lnTo>
                  <a:pt x="10448222" y="7179986"/>
                </a:lnTo>
                <a:lnTo>
                  <a:pt x="10883564" y="7279784"/>
                </a:lnTo>
                <a:lnTo>
                  <a:pt x="11318907" y="7328243"/>
                </a:lnTo>
                <a:lnTo>
                  <a:pt x="11754250" y="7322164"/>
                </a:lnTo>
                <a:lnTo>
                  <a:pt x="12189592" y="7266051"/>
                </a:lnTo>
                <a:lnTo>
                  <a:pt x="12624935" y="7166081"/>
                </a:lnTo>
                <a:lnTo>
                  <a:pt x="13060277" y="7028432"/>
                </a:lnTo>
                <a:lnTo>
                  <a:pt x="13495620" y="6849243"/>
                </a:lnTo>
                <a:lnTo>
                  <a:pt x="13930962" y="6622095"/>
                </a:lnTo>
                <a:lnTo>
                  <a:pt x="14366305" y="6361720"/>
                </a:lnTo>
                <a:lnTo>
                  <a:pt x="14801648" y="6083218"/>
                </a:lnTo>
                <a:lnTo>
                  <a:pt x="15236990" y="5795090"/>
                </a:lnTo>
                <a:lnTo>
                  <a:pt x="15672333" y="5479040"/>
                </a:lnTo>
                <a:lnTo>
                  <a:pt x="16107675" y="5146975"/>
                </a:lnTo>
                <a:lnTo>
                  <a:pt x="16543018" y="4815711"/>
                </a:lnTo>
                <a:lnTo>
                  <a:pt x="16978360" y="4500914"/>
                </a:lnTo>
                <a:lnTo>
                  <a:pt x="17413703" y="4189205"/>
                </a:lnTo>
                <a:lnTo>
                  <a:pt x="17849046" y="3881227"/>
                </a:lnTo>
                <a:lnTo>
                  <a:pt x="18284388" y="3590020"/>
                </a:lnTo>
                <a:lnTo>
                  <a:pt x="18719731" y="3328626"/>
                </a:lnTo>
                <a:lnTo>
                  <a:pt x="19155073" y="3098255"/>
                </a:lnTo>
                <a:lnTo>
                  <a:pt x="19590416" y="2890800"/>
                </a:lnTo>
                <a:lnTo>
                  <a:pt x="20025758" y="2710651"/>
                </a:lnTo>
                <a:lnTo>
                  <a:pt x="20461101" y="2562268"/>
                </a:lnTo>
                <a:lnTo>
                  <a:pt x="20896444" y="2448406"/>
                </a:lnTo>
                <a:lnTo>
                  <a:pt x="21331786" y="2365546"/>
                </a:lnTo>
                <a:lnTo>
                  <a:pt x="21767129" y="2314469"/>
                </a:lnTo>
                <a:lnTo>
                  <a:pt x="22202471" y="2296549"/>
                </a:lnTo>
                <a:lnTo>
                  <a:pt x="22637814" y="2315506"/>
                </a:lnTo>
                <a:lnTo>
                  <a:pt x="23073156" y="2396631"/>
                </a:lnTo>
                <a:lnTo>
                  <a:pt x="23508499" y="2516236"/>
                </a:lnTo>
                <a:lnTo>
                  <a:pt x="23943842" y="2635541"/>
                </a:lnTo>
                <a:lnTo>
                  <a:pt x="24379184" y="27157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02336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953512"/>
                </a:moveTo>
                <a:lnTo>
                  <a:pt x="435343" y="2953323"/>
                </a:lnTo>
                <a:lnTo>
                  <a:pt x="870685" y="2952984"/>
                </a:lnTo>
                <a:lnTo>
                  <a:pt x="1306028" y="2952839"/>
                </a:lnTo>
                <a:lnTo>
                  <a:pt x="1741370" y="2953230"/>
                </a:lnTo>
                <a:lnTo>
                  <a:pt x="2176713" y="2945841"/>
                </a:lnTo>
                <a:lnTo>
                  <a:pt x="2612055" y="2919170"/>
                </a:lnTo>
                <a:lnTo>
                  <a:pt x="3047398" y="2900559"/>
                </a:lnTo>
                <a:lnTo>
                  <a:pt x="3482741" y="2919522"/>
                </a:lnTo>
                <a:lnTo>
                  <a:pt x="3918083" y="3002955"/>
                </a:lnTo>
                <a:lnTo>
                  <a:pt x="4353426" y="3142236"/>
                </a:lnTo>
                <a:lnTo>
                  <a:pt x="4788768" y="3324811"/>
                </a:lnTo>
                <a:lnTo>
                  <a:pt x="5224111" y="3542444"/>
                </a:lnTo>
                <a:lnTo>
                  <a:pt x="5659453" y="3787030"/>
                </a:lnTo>
                <a:lnTo>
                  <a:pt x="6094796" y="4073081"/>
                </a:lnTo>
                <a:lnTo>
                  <a:pt x="6530139" y="4398553"/>
                </a:lnTo>
                <a:lnTo>
                  <a:pt x="6965481" y="4740111"/>
                </a:lnTo>
                <a:lnTo>
                  <a:pt x="7400824" y="5074418"/>
                </a:lnTo>
                <a:lnTo>
                  <a:pt x="7836166" y="5395810"/>
                </a:lnTo>
                <a:lnTo>
                  <a:pt x="8271509" y="5724642"/>
                </a:lnTo>
                <a:lnTo>
                  <a:pt x="8706851" y="6045290"/>
                </a:lnTo>
                <a:lnTo>
                  <a:pt x="9142194" y="6340596"/>
                </a:lnTo>
                <a:lnTo>
                  <a:pt x="9577537" y="6597805"/>
                </a:lnTo>
                <a:lnTo>
                  <a:pt x="10012879" y="6832915"/>
                </a:lnTo>
                <a:lnTo>
                  <a:pt x="10448222" y="7040640"/>
                </a:lnTo>
                <a:lnTo>
                  <a:pt x="10883564" y="7210000"/>
                </a:lnTo>
                <a:lnTo>
                  <a:pt x="11318907" y="7330306"/>
                </a:lnTo>
                <a:lnTo>
                  <a:pt x="11754250" y="7407325"/>
                </a:lnTo>
                <a:lnTo>
                  <a:pt x="12189592" y="7443216"/>
                </a:lnTo>
                <a:lnTo>
                  <a:pt x="12624935" y="7431800"/>
                </a:lnTo>
                <a:lnTo>
                  <a:pt x="13060277" y="7366901"/>
                </a:lnTo>
                <a:lnTo>
                  <a:pt x="13495620" y="7240045"/>
                </a:lnTo>
                <a:lnTo>
                  <a:pt x="13930962" y="7052903"/>
                </a:lnTo>
                <a:lnTo>
                  <a:pt x="14366305" y="6820074"/>
                </a:lnTo>
                <a:lnTo>
                  <a:pt x="14801648" y="6556315"/>
                </a:lnTo>
                <a:lnTo>
                  <a:pt x="15236990" y="6269051"/>
                </a:lnTo>
                <a:lnTo>
                  <a:pt x="15672333" y="5937758"/>
                </a:lnTo>
                <a:lnTo>
                  <a:pt x="16107675" y="5578096"/>
                </a:lnTo>
                <a:lnTo>
                  <a:pt x="16543018" y="5211341"/>
                </a:lnTo>
                <a:lnTo>
                  <a:pt x="16978360" y="4857342"/>
                </a:lnTo>
                <a:lnTo>
                  <a:pt x="17413703" y="4499648"/>
                </a:lnTo>
                <a:lnTo>
                  <a:pt x="17849046" y="4138715"/>
                </a:lnTo>
                <a:lnTo>
                  <a:pt x="18284388" y="3790331"/>
                </a:lnTo>
                <a:lnTo>
                  <a:pt x="18719731" y="3470281"/>
                </a:lnTo>
                <a:lnTo>
                  <a:pt x="19155073" y="3178501"/>
                </a:lnTo>
                <a:lnTo>
                  <a:pt x="19590416" y="2905093"/>
                </a:lnTo>
                <a:lnTo>
                  <a:pt x="20025758" y="2658531"/>
                </a:lnTo>
                <a:lnTo>
                  <a:pt x="20461101" y="2447397"/>
                </a:lnTo>
                <a:lnTo>
                  <a:pt x="20896444" y="2276963"/>
                </a:lnTo>
                <a:lnTo>
                  <a:pt x="21331786" y="2140410"/>
                </a:lnTo>
                <a:lnTo>
                  <a:pt x="21767129" y="2039338"/>
                </a:lnTo>
                <a:lnTo>
                  <a:pt x="22202471" y="1976490"/>
                </a:lnTo>
                <a:lnTo>
                  <a:pt x="22637814" y="1956839"/>
                </a:lnTo>
                <a:lnTo>
                  <a:pt x="23073156" y="2004923"/>
                </a:lnTo>
                <a:lnTo>
                  <a:pt x="23508499" y="2096863"/>
                </a:lnTo>
                <a:lnTo>
                  <a:pt x="23943842" y="2194223"/>
                </a:lnTo>
                <a:lnTo>
                  <a:pt x="24379184" y="22585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02336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300984"/>
                </a:moveTo>
                <a:lnTo>
                  <a:pt x="435343" y="3302876"/>
                </a:lnTo>
                <a:lnTo>
                  <a:pt x="870685" y="3306264"/>
                </a:lnTo>
                <a:lnTo>
                  <a:pt x="1306028" y="3307716"/>
                </a:lnTo>
                <a:lnTo>
                  <a:pt x="1741370" y="3303800"/>
                </a:lnTo>
                <a:lnTo>
                  <a:pt x="2176713" y="3284625"/>
                </a:lnTo>
                <a:lnTo>
                  <a:pt x="2612055" y="3242121"/>
                </a:lnTo>
                <a:lnTo>
                  <a:pt x="3047398" y="3201641"/>
                </a:lnTo>
                <a:lnTo>
                  <a:pt x="3482741" y="3190296"/>
                </a:lnTo>
                <a:lnTo>
                  <a:pt x="3918083" y="3232128"/>
                </a:lnTo>
                <a:lnTo>
                  <a:pt x="4353426" y="3314787"/>
                </a:lnTo>
                <a:lnTo>
                  <a:pt x="4788768" y="3431483"/>
                </a:lnTo>
                <a:lnTo>
                  <a:pt x="5224111" y="3581529"/>
                </a:lnTo>
                <a:lnTo>
                  <a:pt x="5659453" y="3764317"/>
                </a:lnTo>
                <a:lnTo>
                  <a:pt x="6094796" y="3990999"/>
                </a:lnTo>
                <a:lnTo>
                  <a:pt x="6530139" y="4257225"/>
                </a:lnTo>
                <a:lnTo>
                  <a:pt x="6965481" y="4544808"/>
                </a:lnTo>
                <a:lnTo>
                  <a:pt x="7400824" y="4835559"/>
                </a:lnTo>
                <a:lnTo>
                  <a:pt x="7836166" y="5125066"/>
                </a:lnTo>
                <a:lnTo>
                  <a:pt x="8271509" y="5429197"/>
                </a:lnTo>
                <a:lnTo>
                  <a:pt x="8706851" y="5735766"/>
                </a:lnTo>
                <a:lnTo>
                  <a:pt x="9142194" y="6031388"/>
                </a:lnTo>
                <a:lnTo>
                  <a:pt x="9577537" y="6307101"/>
                </a:lnTo>
                <a:lnTo>
                  <a:pt x="10012879" y="6579742"/>
                </a:lnTo>
                <a:lnTo>
                  <a:pt x="10448222" y="6839659"/>
                </a:lnTo>
                <a:lnTo>
                  <a:pt x="10883564" y="7071065"/>
                </a:lnTo>
                <a:lnTo>
                  <a:pt x="11318907" y="7258756"/>
                </a:lnTo>
                <a:lnTo>
                  <a:pt x="11754250" y="7417301"/>
                </a:lnTo>
                <a:lnTo>
                  <a:pt x="12189592" y="7546086"/>
                </a:lnTo>
                <a:lnTo>
                  <a:pt x="12624935" y="7626579"/>
                </a:lnTo>
                <a:lnTo>
                  <a:pt x="13060277" y="7640249"/>
                </a:lnTo>
                <a:lnTo>
                  <a:pt x="13495620" y="7574574"/>
                </a:lnTo>
                <a:lnTo>
                  <a:pt x="13930962" y="7439537"/>
                </a:lnTo>
                <a:lnTo>
                  <a:pt x="14366305" y="7248254"/>
                </a:lnTo>
                <a:lnTo>
                  <a:pt x="14801648" y="7013765"/>
                </a:lnTo>
                <a:lnTo>
                  <a:pt x="15236990" y="6741932"/>
                </a:lnTo>
                <a:lnTo>
                  <a:pt x="15672333" y="6412517"/>
                </a:lnTo>
                <a:lnTo>
                  <a:pt x="16107675" y="6042553"/>
                </a:lnTo>
                <a:lnTo>
                  <a:pt x="16543018" y="5654691"/>
                </a:lnTo>
                <a:lnTo>
                  <a:pt x="16978360" y="5269899"/>
                </a:lnTo>
                <a:lnTo>
                  <a:pt x="17413703" y="4867674"/>
                </a:lnTo>
                <a:lnTo>
                  <a:pt x="17849046" y="4450736"/>
                </a:lnTo>
                <a:lnTo>
                  <a:pt x="18284388" y="4040362"/>
                </a:lnTo>
                <a:lnTo>
                  <a:pt x="18719731" y="3657830"/>
                </a:lnTo>
                <a:lnTo>
                  <a:pt x="19155073" y="3302344"/>
                </a:lnTo>
                <a:lnTo>
                  <a:pt x="19590416" y="2960518"/>
                </a:lnTo>
                <a:lnTo>
                  <a:pt x="20025758" y="2645250"/>
                </a:lnTo>
                <a:lnTo>
                  <a:pt x="20461101" y="2369579"/>
                </a:lnTo>
                <a:lnTo>
                  <a:pt x="20896444" y="2141935"/>
                </a:lnTo>
                <a:lnTo>
                  <a:pt x="21331786" y="1952789"/>
                </a:lnTo>
                <a:lnTo>
                  <a:pt x="21767129" y="1803002"/>
                </a:lnTo>
                <a:lnTo>
                  <a:pt x="22202471" y="1694978"/>
                </a:lnTo>
                <a:lnTo>
                  <a:pt x="22637814" y="1633175"/>
                </a:lnTo>
                <a:lnTo>
                  <a:pt x="23073156" y="1640206"/>
                </a:lnTo>
                <a:lnTo>
                  <a:pt x="23508499" y="1694147"/>
                </a:lnTo>
                <a:lnTo>
                  <a:pt x="23943842" y="1759650"/>
                </a:lnTo>
                <a:lnTo>
                  <a:pt x="24379184" y="18013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02336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630168"/>
                </a:moveTo>
                <a:lnTo>
                  <a:pt x="435343" y="3633573"/>
                </a:lnTo>
                <a:lnTo>
                  <a:pt x="870685" y="3639671"/>
                </a:lnTo>
                <a:lnTo>
                  <a:pt x="1306028" y="3642285"/>
                </a:lnTo>
                <a:lnTo>
                  <a:pt x="1741370" y="3635237"/>
                </a:lnTo>
                <a:lnTo>
                  <a:pt x="2176713" y="3608176"/>
                </a:lnTo>
                <a:lnTo>
                  <a:pt x="2612055" y="3556432"/>
                </a:lnTo>
                <a:lnTo>
                  <a:pt x="3047398" y="3501714"/>
                </a:lnTo>
                <a:lnTo>
                  <a:pt x="3482741" y="3467016"/>
                </a:lnTo>
                <a:lnTo>
                  <a:pt x="3918083" y="3472005"/>
                </a:lnTo>
                <a:lnTo>
                  <a:pt x="4353426" y="3501416"/>
                </a:lnTo>
                <a:lnTo>
                  <a:pt x="4788768" y="3554620"/>
                </a:lnTo>
                <a:lnTo>
                  <a:pt x="5224111" y="3638482"/>
                </a:lnTo>
                <a:lnTo>
                  <a:pt x="5659453" y="3759889"/>
                </a:lnTo>
                <a:lnTo>
                  <a:pt x="6094796" y="3926419"/>
                </a:lnTo>
                <a:lnTo>
                  <a:pt x="6530139" y="4131509"/>
                </a:lnTo>
                <a:lnTo>
                  <a:pt x="6965481" y="4362461"/>
                </a:lnTo>
                <a:lnTo>
                  <a:pt x="7400824" y="4606577"/>
                </a:lnTo>
                <a:lnTo>
                  <a:pt x="7836166" y="4861588"/>
                </a:lnTo>
                <a:lnTo>
                  <a:pt x="8271509" y="5139218"/>
                </a:lnTo>
                <a:lnTo>
                  <a:pt x="8706851" y="5428727"/>
                </a:lnTo>
                <a:lnTo>
                  <a:pt x="9142194" y="5718447"/>
                </a:lnTo>
                <a:lnTo>
                  <a:pt x="9577537" y="6000607"/>
                </a:lnTo>
                <a:lnTo>
                  <a:pt x="10012879" y="6290071"/>
                </a:lnTo>
                <a:lnTo>
                  <a:pt x="10448222" y="6578188"/>
                </a:lnTo>
                <a:lnTo>
                  <a:pt x="10883564" y="6850889"/>
                </a:lnTo>
                <a:lnTo>
                  <a:pt x="11318907" y="7094907"/>
                </a:lnTo>
                <a:lnTo>
                  <a:pt x="11754250" y="7334587"/>
                </a:lnTo>
                <a:lnTo>
                  <a:pt x="12189592" y="7562659"/>
                </a:lnTo>
                <a:lnTo>
                  <a:pt x="12624935" y="7745151"/>
                </a:lnTo>
                <a:lnTo>
                  <a:pt x="13060277" y="7848086"/>
                </a:lnTo>
                <a:lnTo>
                  <a:pt x="13495620" y="7854274"/>
                </a:lnTo>
                <a:lnTo>
                  <a:pt x="13930962" y="7784237"/>
                </a:lnTo>
                <a:lnTo>
                  <a:pt x="14366305" y="7648309"/>
                </a:lnTo>
                <a:lnTo>
                  <a:pt x="14801648" y="7456442"/>
                </a:lnTo>
                <a:lnTo>
                  <a:pt x="15236990" y="7211946"/>
                </a:lnTo>
                <a:lnTo>
                  <a:pt x="15672333" y="6895884"/>
                </a:lnTo>
                <a:lnTo>
                  <a:pt x="16107675" y="6526567"/>
                </a:lnTo>
                <a:lnTo>
                  <a:pt x="16543018" y="6127675"/>
                </a:lnTo>
                <a:lnTo>
                  <a:pt x="16978360" y="5720990"/>
                </a:lnTo>
                <a:lnTo>
                  <a:pt x="17413703" y="5282513"/>
                </a:lnTo>
                <a:lnTo>
                  <a:pt x="17849046" y="4817003"/>
                </a:lnTo>
                <a:lnTo>
                  <a:pt x="18284388" y="4350544"/>
                </a:lnTo>
                <a:lnTo>
                  <a:pt x="18719731" y="3909215"/>
                </a:lnTo>
                <a:lnTo>
                  <a:pt x="19155073" y="3491478"/>
                </a:lnTo>
                <a:lnTo>
                  <a:pt x="19590416" y="3080894"/>
                </a:lnTo>
                <a:lnTo>
                  <a:pt x="20025758" y="2694437"/>
                </a:lnTo>
                <a:lnTo>
                  <a:pt x="20461101" y="2349268"/>
                </a:lnTo>
                <a:lnTo>
                  <a:pt x="20896444" y="2055854"/>
                </a:lnTo>
                <a:lnTo>
                  <a:pt x="21331786" y="1800395"/>
                </a:lnTo>
                <a:lnTo>
                  <a:pt x="21767129" y="1586390"/>
                </a:lnTo>
                <a:lnTo>
                  <a:pt x="22202471" y="1419674"/>
                </a:lnTo>
                <a:lnTo>
                  <a:pt x="22637814" y="1307822"/>
                </a:lnTo>
                <a:lnTo>
                  <a:pt x="23073156" y="1271450"/>
                </a:lnTo>
                <a:lnTo>
                  <a:pt x="23508499" y="1288263"/>
                </a:lnTo>
                <a:lnTo>
                  <a:pt x="23943842" y="1323941"/>
                </a:lnTo>
                <a:lnTo>
                  <a:pt x="24379184" y="13441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02336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13048"/>
                </a:moveTo>
                <a:lnTo>
                  <a:pt x="435343" y="3814940"/>
                </a:lnTo>
                <a:lnTo>
                  <a:pt x="870685" y="3818328"/>
                </a:lnTo>
                <a:lnTo>
                  <a:pt x="1306028" y="3819780"/>
                </a:lnTo>
                <a:lnTo>
                  <a:pt x="1741370" y="3815864"/>
                </a:lnTo>
                <a:lnTo>
                  <a:pt x="2176713" y="3802240"/>
                </a:lnTo>
                <a:lnTo>
                  <a:pt x="2612055" y="3778177"/>
                </a:lnTo>
                <a:lnTo>
                  <a:pt x="3047398" y="3751210"/>
                </a:lnTo>
                <a:lnTo>
                  <a:pt x="3482741" y="3729232"/>
                </a:lnTo>
                <a:lnTo>
                  <a:pt x="3918083" y="3717266"/>
                </a:lnTo>
                <a:lnTo>
                  <a:pt x="4353426" y="3698550"/>
                </a:lnTo>
                <a:lnTo>
                  <a:pt x="4788768" y="3685202"/>
                </a:lnTo>
                <a:lnTo>
                  <a:pt x="5224111" y="3697470"/>
                </a:lnTo>
                <a:lnTo>
                  <a:pt x="5659453" y="3755549"/>
                </a:lnTo>
                <a:lnTo>
                  <a:pt x="6094796" y="3864126"/>
                </a:lnTo>
                <a:lnTo>
                  <a:pt x="6530139" y="4011262"/>
                </a:lnTo>
                <a:lnTo>
                  <a:pt x="6965481" y="4188379"/>
                </a:lnTo>
                <a:lnTo>
                  <a:pt x="7400824" y="4386895"/>
                </a:lnTo>
                <a:lnTo>
                  <a:pt x="7836166" y="4605882"/>
                </a:lnTo>
                <a:lnTo>
                  <a:pt x="8271509" y="4853737"/>
                </a:lnTo>
                <a:lnTo>
                  <a:pt x="8706851" y="5121550"/>
                </a:lnTo>
                <a:lnTo>
                  <a:pt x="9142194" y="5399711"/>
                </a:lnTo>
                <a:lnTo>
                  <a:pt x="9577537" y="5681925"/>
                </a:lnTo>
                <a:lnTo>
                  <a:pt x="10012879" y="5980896"/>
                </a:lnTo>
                <a:lnTo>
                  <a:pt x="10448222" y="6288913"/>
                </a:lnTo>
                <a:lnTo>
                  <a:pt x="10883564" y="6593621"/>
                </a:lnTo>
                <a:lnTo>
                  <a:pt x="11318907" y="6883598"/>
                </a:lnTo>
                <a:lnTo>
                  <a:pt x="11754250" y="7189167"/>
                </a:lnTo>
                <a:lnTo>
                  <a:pt x="12189592" y="7498652"/>
                </a:lnTo>
                <a:lnTo>
                  <a:pt x="12624935" y="7768468"/>
                </a:lnTo>
                <a:lnTo>
                  <a:pt x="13060277" y="7955032"/>
                </a:lnTo>
                <a:lnTo>
                  <a:pt x="13495620" y="8041281"/>
                </a:lnTo>
                <a:lnTo>
                  <a:pt x="13930962" y="8055464"/>
                </a:lnTo>
                <a:lnTo>
                  <a:pt x="14366305" y="7998969"/>
                </a:lnTo>
                <a:lnTo>
                  <a:pt x="14801648" y="7872483"/>
                </a:lnTo>
                <a:lnTo>
                  <a:pt x="15236990" y="7672030"/>
                </a:lnTo>
                <a:lnTo>
                  <a:pt x="15672333" y="7383707"/>
                </a:lnTo>
                <a:lnTo>
                  <a:pt x="16107675" y="7027944"/>
                </a:lnTo>
                <a:lnTo>
                  <a:pt x="16543018" y="6629450"/>
                </a:lnTo>
                <a:lnTo>
                  <a:pt x="16978360" y="6210847"/>
                </a:lnTo>
                <a:lnTo>
                  <a:pt x="17413703" y="5745098"/>
                </a:lnTo>
                <a:lnTo>
                  <a:pt x="17849046" y="5238660"/>
                </a:lnTo>
                <a:lnTo>
                  <a:pt x="18284388" y="4721733"/>
                </a:lnTo>
                <a:lnTo>
                  <a:pt x="18719731" y="4224517"/>
                </a:lnTo>
                <a:lnTo>
                  <a:pt x="19155073" y="3743727"/>
                </a:lnTo>
                <a:lnTo>
                  <a:pt x="19590416" y="3260240"/>
                </a:lnTo>
                <a:lnTo>
                  <a:pt x="20025758" y="2796825"/>
                </a:lnTo>
                <a:lnTo>
                  <a:pt x="20461101" y="2376476"/>
                </a:lnTo>
                <a:lnTo>
                  <a:pt x="20896444" y="2012880"/>
                </a:lnTo>
                <a:lnTo>
                  <a:pt x="21331786" y="1686863"/>
                </a:lnTo>
                <a:lnTo>
                  <a:pt x="21767129" y="1404394"/>
                </a:lnTo>
                <a:lnTo>
                  <a:pt x="22202471" y="1174741"/>
                </a:lnTo>
                <a:lnTo>
                  <a:pt x="22637814" y="1008551"/>
                </a:lnTo>
                <a:lnTo>
                  <a:pt x="23073156" y="923988"/>
                </a:lnTo>
                <a:lnTo>
                  <a:pt x="23508499" y="898795"/>
                </a:lnTo>
                <a:lnTo>
                  <a:pt x="23943842" y="900371"/>
                </a:lnTo>
                <a:lnTo>
                  <a:pt x="24379184" y="896112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02336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40480"/>
                </a:moveTo>
                <a:lnTo>
                  <a:pt x="435343" y="3840480"/>
                </a:lnTo>
                <a:lnTo>
                  <a:pt x="870685" y="3840480"/>
                </a:lnTo>
                <a:lnTo>
                  <a:pt x="1306028" y="3840480"/>
                </a:lnTo>
                <a:lnTo>
                  <a:pt x="1741370" y="3840480"/>
                </a:lnTo>
                <a:lnTo>
                  <a:pt x="2176713" y="3840480"/>
                </a:lnTo>
                <a:lnTo>
                  <a:pt x="2612055" y="3840480"/>
                </a:lnTo>
                <a:lnTo>
                  <a:pt x="3047398" y="3840480"/>
                </a:lnTo>
                <a:lnTo>
                  <a:pt x="3482741" y="3840480"/>
                </a:lnTo>
                <a:lnTo>
                  <a:pt x="3918083" y="3839750"/>
                </a:lnTo>
                <a:lnTo>
                  <a:pt x="4353426" y="3833428"/>
                </a:lnTo>
                <a:lnTo>
                  <a:pt x="4788768" y="3826720"/>
                </a:lnTo>
                <a:lnTo>
                  <a:pt x="5224111" y="3827174"/>
                </a:lnTo>
                <a:lnTo>
                  <a:pt x="5659453" y="3842235"/>
                </a:lnTo>
                <a:lnTo>
                  <a:pt x="6094796" y="3860983"/>
                </a:lnTo>
                <a:lnTo>
                  <a:pt x="6530139" y="3884288"/>
                </a:lnTo>
                <a:lnTo>
                  <a:pt x="6965481" y="3929654"/>
                </a:lnTo>
                <a:lnTo>
                  <a:pt x="7400824" y="4014583"/>
                </a:lnTo>
                <a:lnTo>
                  <a:pt x="7836166" y="4150208"/>
                </a:lnTo>
                <a:lnTo>
                  <a:pt x="8271509" y="4326739"/>
                </a:lnTo>
                <a:lnTo>
                  <a:pt x="8706851" y="4536954"/>
                </a:lnTo>
                <a:lnTo>
                  <a:pt x="9142194" y="4773990"/>
                </a:lnTo>
                <a:lnTo>
                  <a:pt x="9577537" y="5032942"/>
                </a:lnTo>
                <a:lnTo>
                  <a:pt x="10012879" y="5321079"/>
                </a:lnTo>
                <a:lnTo>
                  <a:pt x="10448222" y="5635183"/>
                </a:lnTo>
                <a:lnTo>
                  <a:pt x="10883564" y="5969421"/>
                </a:lnTo>
                <a:lnTo>
                  <a:pt x="11318907" y="6318944"/>
                </a:lnTo>
                <a:lnTo>
                  <a:pt x="11754250" y="6719736"/>
                </a:lnTo>
                <a:lnTo>
                  <a:pt x="12189592" y="7153466"/>
                </a:lnTo>
                <a:lnTo>
                  <a:pt x="12624935" y="7566252"/>
                </a:lnTo>
                <a:lnTo>
                  <a:pt x="13060277" y="7904216"/>
                </a:lnTo>
                <a:lnTo>
                  <a:pt x="13495620" y="8155970"/>
                </a:lnTo>
                <a:lnTo>
                  <a:pt x="13930962" y="8360175"/>
                </a:lnTo>
                <a:lnTo>
                  <a:pt x="14366305" y="8495462"/>
                </a:lnTo>
                <a:lnTo>
                  <a:pt x="14801648" y="8539182"/>
                </a:lnTo>
                <a:lnTo>
                  <a:pt x="15236990" y="8470737"/>
                </a:lnTo>
                <a:lnTo>
                  <a:pt x="15672333" y="8294058"/>
                </a:lnTo>
                <a:lnTo>
                  <a:pt x="16107675" y="8027060"/>
                </a:lnTo>
                <a:lnTo>
                  <a:pt x="16543018" y="7687590"/>
                </a:lnTo>
                <a:lnTo>
                  <a:pt x="16978360" y="7291419"/>
                </a:lnTo>
                <a:lnTo>
                  <a:pt x="17413703" y="6808601"/>
                </a:lnTo>
                <a:lnTo>
                  <a:pt x="17849046" y="6251585"/>
                </a:lnTo>
                <a:lnTo>
                  <a:pt x="18284388" y="5657779"/>
                </a:lnTo>
                <a:lnTo>
                  <a:pt x="18719731" y="5064588"/>
                </a:lnTo>
                <a:lnTo>
                  <a:pt x="19155073" y="4463488"/>
                </a:lnTo>
                <a:lnTo>
                  <a:pt x="19590416" y="3830537"/>
                </a:lnTo>
                <a:lnTo>
                  <a:pt x="20025758" y="3203165"/>
                </a:lnTo>
                <a:lnTo>
                  <a:pt x="20461101" y="2619121"/>
                </a:lnTo>
                <a:lnTo>
                  <a:pt x="20896444" y="2100028"/>
                </a:lnTo>
                <a:lnTo>
                  <a:pt x="21331786" y="1612675"/>
                </a:lnTo>
                <a:lnTo>
                  <a:pt x="21767129" y="1170103"/>
                </a:lnTo>
                <a:lnTo>
                  <a:pt x="22202471" y="791186"/>
                </a:lnTo>
                <a:lnTo>
                  <a:pt x="22637814" y="495094"/>
                </a:lnTo>
                <a:lnTo>
                  <a:pt x="23073156" y="292207"/>
                </a:lnTo>
                <a:lnTo>
                  <a:pt x="23508499" y="161202"/>
                </a:lnTo>
                <a:lnTo>
                  <a:pt x="23943842" y="75657"/>
                </a:lnTo>
                <a:lnTo>
                  <a:pt x="24379184" y="91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08176" y="4114800"/>
            <a:ext cx="10789920" cy="7223760"/>
          </a:xfrm>
          <a:prstGeom prst="rect">
            <a:avLst/>
          </a:prstGeom>
          <a:solidFill>
            <a:srgbClr val="FDF1EB"/>
          </a:solidFill>
          <a:ln w="9525">
            <a:solidFill>
              <a:srgbClr val="F8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82496" y="1033272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Export of the test inbox: 10 fake customer emails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622792" y="143560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927287" y="143560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5" name="Shape 13"/>
          <p:cNvSpPr/>
          <p:nvPr/>
        </p:nvSpPr>
        <p:spPr>
          <a:xfrm>
            <a:off x="9231782" y="143560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6" name="Shape 14"/>
          <p:cNvSpPr/>
          <p:nvPr/>
        </p:nvSpPr>
        <p:spPr>
          <a:xfrm>
            <a:off x="9536278" y="143560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7" name="Shape 15"/>
          <p:cNvSpPr/>
          <p:nvPr/>
        </p:nvSpPr>
        <p:spPr>
          <a:xfrm>
            <a:off x="9840773" y="143560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45268" y="143560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49763" y="143560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54258" y="143560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058754" y="143560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63249" y="143560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23" name="Shape 21"/>
          <p:cNvSpPr/>
          <p:nvPr/>
        </p:nvSpPr>
        <p:spPr>
          <a:xfrm>
            <a:off x="8622792" y="1740103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24" name="Shape 22"/>
          <p:cNvSpPr/>
          <p:nvPr/>
        </p:nvSpPr>
        <p:spPr>
          <a:xfrm>
            <a:off x="8927287" y="1740103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25" name="Shape 23"/>
          <p:cNvSpPr/>
          <p:nvPr/>
        </p:nvSpPr>
        <p:spPr>
          <a:xfrm>
            <a:off x="9231782" y="1740103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26" name="Shape 24"/>
          <p:cNvSpPr/>
          <p:nvPr/>
        </p:nvSpPr>
        <p:spPr>
          <a:xfrm>
            <a:off x="9536278" y="1740103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27" name="Shape 25"/>
          <p:cNvSpPr/>
          <p:nvPr/>
        </p:nvSpPr>
        <p:spPr>
          <a:xfrm>
            <a:off x="9840773" y="1740103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28" name="Shape 26"/>
          <p:cNvSpPr/>
          <p:nvPr/>
        </p:nvSpPr>
        <p:spPr>
          <a:xfrm>
            <a:off x="10145268" y="1740103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29" name="Shape 27"/>
          <p:cNvSpPr/>
          <p:nvPr/>
        </p:nvSpPr>
        <p:spPr>
          <a:xfrm>
            <a:off x="10449763" y="1740103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30" name="Shape 28"/>
          <p:cNvSpPr/>
          <p:nvPr/>
        </p:nvSpPr>
        <p:spPr>
          <a:xfrm>
            <a:off x="10754258" y="1740103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31" name="Shape 29"/>
          <p:cNvSpPr/>
          <p:nvPr/>
        </p:nvSpPr>
        <p:spPr>
          <a:xfrm>
            <a:off x="11058754" y="1740103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63249" y="1740103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33" name="Shape 31"/>
          <p:cNvSpPr/>
          <p:nvPr/>
        </p:nvSpPr>
        <p:spPr>
          <a:xfrm>
            <a:off x="8622792" y="204459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34" name="Shape 32"/>
          <p:cNvSpPr/>
          <p:nvPr/>
        </p:nvSpPr>
        <p:spPr>
          <a:xfrm>
            <a:off x="8927287" y="204459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35" name="Shape 33"/>
          <p:cNvSpPr/>
          <p:nvPr/>
        </p:nvSpPr>
        <p:spPr>
          <a:xfrm>
            <a:off x="9231782" y="204459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36" name="Shape 34"/>
          <p:cNvSpPr/>
          <p:nvPr/>
        </p:nvSpPr>
        <p:spPr>
          <a:xfrm>
            <a:off x="9536278" y="204459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37" name="Shape 35"/>
          <p:cNvSpPr/>
          <p:nvPr/>
        </p:nvSpPr>
        <p:spPr>
          <a:xfrm>
            <a:off x="9840773" y="204459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145268" y="204459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39" name="Shape 37"/>
          <p:cNvSpPr/>
          <p:nvPr/>
        </p:nvSpPr>
        <p:spPr>
          <a:xfrm>
            <a:off x="10449763" y="204459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754258" y="204459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41" name="Shape 39"/>
          <p:cNvSpPr/>
          <p:nvPr/>
        </p:nvSpPr>
        <p:spPr>
          <a:xfrm>
            <a:off x="11058754" y="204459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42" name="Shape 40"/>
          <p:cNvSpPr/>
          <p:nvPr/>
        </p:nvSpPr>
        <p:spPr>
          <a:xfrm>
            <a:off x="11363249" y="2044598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43" name="Shape 41"/>
          <p:cNvSpPr/>
          <p:nvPr/>
        </p:nvSpPr>
        <p:spPr>
          <a:xfrm>
            <a:off x="8622792" y="234909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44" name="Shape 42"/>
          <p:cNvSpPr/>
          <p:nvPr/>
        </p:nvSpPr>
        <p:spPr>
          <a:xfrm>
            <a:off x="8927287" y="234909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45" name="Shape 43"/>
          <p:cNvSpPr/>
          <p:nvPr/>
        </p:nvSpPr>
        <p:spPr>
          <a:xfrm>
            <a:off x="9231782" y="234909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46" name="Shape 44"/>
          <p:cNvSpPr/>
          <p:nvPr/>
        </p:nvSpPr>
        <p:spPr>
          <a:xfrm>
            <a:off x="9536278" y="234909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47" name="Shape 45"/>
          <p:cNvSpPr/>
          <p:nvPr/>
        </p:nvSpPr>
        <p:spPr>
          <a:xfrm>
            <a:off x="9840773" y="234909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48" name="Shape 46"/>
          <p:cNvSpPr/>
          <p:nvPr/>
        </p:nvSpPr>
        <p:spPr>
          <a:xfrm>
            <a:off x="10145268" y="234909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49" name="Shape 47"/>
          <p:cNvSpPr/>
          <p:nvPr/>
        </p:nvSpPr>
        <p:spPr>
          <a:xfrm>
            <a:off x="10449763" y="234909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50" name="Shape 48"/>
          <p:cNvSpPr/>
          <p:nvPr/>
        </p:nvSpPr>
        <p:spPr>
          <a:xfrm>
            <a:off x="10754258" y="234909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51" name="Shape 49"/>
          <p:cNvSpPr/>
          <p:nvPr/>
        </p:nvSpPr>
        <p:spPr>
          <a:xfrm>
            <a:off x="11058754" y="234909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52" name="Shape 50"/>
          <p:cNvSpPr/>
          <p:nvPr/>
        </p:nvSpPr>
        <p:spPr>
          <a:xfrm>
            <a:off x="11363249" y="234909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622792" y="265358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927287" y="265358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55" name="Shape 53"/>
          <p:cNvSpPr/>
          <p:nvPr/>
        </p:nvSpPr>
        <p:spPr>
          <a:xfrm>
            <a:off x="9231782" y="265358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56" name="Shape 54"/>
          <p:cNvSpPr/>
          <p:nvPr/>
        </p:nvSpPr>
        <p:spPr>
          <a:xfrm>
            <a:off x="9536278" y="265358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57" name="Shape 55"/>
          <p:cNvSpPr/>
          <p:nvPr/>
        </p:nvSpPr>
        <p:spPr>
          <a:xfrm>
            <a:off x="9840773" y="265358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58" name="Shape 56"/>
          <p:cNvSpPr/>
          <p:nvPr/>
        </p:nvSpPr>
        <p:spPr>
          <a:xfrm>
            <a:off x="10145268" y="265358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59" name="Shape 57"/>
          <p:cNvSpPr/>
          <p:nvPr/>
        </p:nvSpPr>
        <p:spPr>
          <a:xfrm>
            <a:off x="10449763" y="265358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60" name="Shape 58"/>
          <p:cNvSpPr/>
          <p:nvPr/>
        </p:nvSpPr>
        <p:spPr>
          <a:xfrm>
            <a:off x="10754258" y="265358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61" name="Shape 59"/>
          <p:cNvSpPr/>
          <p:nvPr/>
        </p:nvSpPr>
        <p:spPr>
          <a:xfrm>
            <a:off x="11058754" y="265358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62" name="Shape 60"/>
          <p:cNvSpPr/>
          <p:nvPr/>
        </p:nvSpPr>
        <p:spPr>
          <a:xfrm>
            <a:off x="11363249" y="265358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63" name="Shape 61"/>
          <p:cNvSpPr/>
          <p:nvPr/>
        </p:nvSpPr>
        <p:spPr>
          <a:xfrm>
            <a:off x="8622792" y="295808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64" name="Shape 62"/>
          <p:cNvSpPr/>
          <p:nvPr/>
        </p:nvSpPr>
        <p:spPr>
          <a:xfrm>
            <a:off x="8927287" y="295808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65" name="Shape 63"/>
          <p:cNvSpPr/>
          <p:nvPr/>
        </p:nvSpPr>
        <p:spPr>
          <a:xfrm>
            <a:off x="9231782" y="295808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66" name="Shape 64"/>
          <p:cNvSpPr/>
          <p:nvPr/>
        </p:nvSpPr>
        <p:spPr>
          <a:xfrm>
            <a:off x="9536278" y="295808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67" name="Shape 65"/>
          <p:cNvSpPr/>
          <p:nvPr/>
        </p:nvSpPr>
        <p:spPr>
          <a:xfrm>
            <a:off x="9840773" y="295808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68" name="Shape 66"/>
          <p:cNvSpPr/>
          <p:nvPr/>
        </p:nvSpPr>
        <p:spPr>
          <a:xfrm>
            <a:off x="10145268" y="295808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69" name="Shape 67"/>
          <p:cNvSpPr/>
          <p:nvPr/>
        </p:nvSpPr>
        <p:spPr>
          <a:xfrm>
            <a:off x="10449763" y="295808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70" name="Shape 68"/>
          <p:cNvSpPr/>
          <p:nvPr/>
        </p:nvSpPr>
        <p:spPr>
          <a:xfrm>
            <a:off x="10754258" y="295808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71" name="Shape 69"/>
          <p:cNvSpPr/>
          <p:nvPr/>
        </p:nvSpPr>
        <p:spPr>
          <a:xfrm>
            <a:off x="11058754" y="295808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72" name="Shape 70"/>
          <p:cNvSpPr/>
          <p:nvPr/>
        </p:nvSpPr>
        <p:spPr>
          <a:xfrm>
            <a:off x="11363249" y="295808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73" name="Shape 71"/>
          <p:cNvSpPr/>
          <p:nvPr/>
        </p:nvSpPr>
        <p:spPr>
          <a:xfrm>
            <a:off x="8622792" y="326257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74" name="Shape 72"/>
          <p:cNvSpPr/>
          <p:nvPr/>
        </p:nvSpPr>
        <p:spPr>
          <a:xfrm>
            <a:off x="8927287" y="326257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75" name="Shape 73"/>
          <p:cNvSpPr/>
          <p:nvPr/>
        </p:nvSpPr>
        <p:spPr>
          <a:xfrm>
            <a:off x="9231782" y="326257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76" name="Shape 74"/>
          <p:cNvSpPr/>
          <p:nvPr/>
        </p:nvSpPr>
        <p:spPr>
          <a:xfrm>
            <a:off x="9536278" y="326257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77" name="Shape 75"/>
          <p:cNvSpPr/>
          <p:nvPr/>
        </p:nvSpPr>
        <p:spPr>
          <a:xfrm>
            <a:off x="9840773" y="326257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78" name="Shape 76"/>
          <p:cNvSpPr/>
          <p:nvPr/>
        </p:nvSpPr>
        <p:spPr>
          <a:xfrm>
            <a:off x="10145268" y="326257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79" name="Shape 77"/>
          <p:cNvSpPr/>
          <p:nvPr/>
        </p:nvSpPr>
        <p:spPr>
          <a:xfrm>
            <a:off x="10449763" y="326257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80" name="Shape 78"/>
          <p:cNvSpPr/>
          <p:nvPr/>
        </p:nvSpPr>
        <p:spPr>
          <a:xfrm>
            <a:off x="10754258" y="326257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81" name="Shape 79"/>
          <p:cNvSpPr/>
          <p:nvPr/>
        </p:nvSpPr>
        <p:spPr>
          <a:xfrm>
            <a:off x="11058754" y="326257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82" name="Shape 80"/>
          <p:cNvSpPr/>
          <p:nvPr/>
        </p:nvSpPr>
        <p:spPr>
          <a:xfrm>
            <a:off x="11363249" y="3262579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83" name="Shape 81"/>
          <p:cNvSpPr/>
          <p:nvPr/>
        </p:nvSpPr>
        <p:spPr>
          <a:xfrm>
            <a:off x="8622792" y="356707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84" name="Shape 82"/>
          <p:cNvSpPr/>
          <p:nvPr/>
        </p:nvSpPr>
        <p:spPr>
          <a:xfrm>
            <a:off x="8927287" y="356707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85" name="Shape 83"/>
          <p:cNvSpPr/>
          <p:nvPr/>
        </p:nvSpPr>
        <p:spPr>
          <a:xfrm>
            <a:off x="9231782" y="356707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86" name="Shape 84"/>
          <p:cNvSpPr/>
          <p:nvPr/>
        </p:nvSpPr>
        <p:spPr>
          <a:xfrm>
            <a:off x="9536278" y="356707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87" name="Shape 85"/>
          <p:cNvSpPr/>
          <p:nvPr/>
        </p:nvSpPr>
        <p:spPr>
          <a:xfrm>
            <a:off x="9840773" y="356707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88" name="Shape 86"/>
          <p:cNvSpPr/>
          <p:nvPr/>
        </p:nvSpPr>
        <p:spPr>
          <a:xfrm>
            <a:off x="10145268" y="356707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89" name="Shape 87"/>
          <p:cNvSpPr/>
          <p:nvPr/>
        </p:nvSpPr>
        <p:spPr>
          <a:xfrm>
            <a:off x="10449763" y="356707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90" name="Shape 88"/>
          <p:cNvSpPr/>
          <p:nvPr/>
        </p:nvSpPr>
        <p:spPr>
          <a:xfrm>
            <a:off x="10754258" y="356707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91" name="Shape 89"/>
          <p:cNvSpPr/>
          <p:nvPr/>
        </p:nvSpPr>
        <p:spPr>
          <a:xfrm>
            <a:off x="11058754" y="356707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92" name="Shape 90"/>
          <p:cNvSpPr/>
          <p:nvPr/>
        </p:nvSpPr>
        <p:spPr>
          <a:xfrm>
            <a:off x="11363249" y="3567074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93" name="Shape 91"/>
          <p:cNvSpPr/>
          <p:nvPr/>
        </p:nvSpPr>
        <p:spPr>
          <a:xfrm>
            <a:off x="8622792" y="3871570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94" name="Shape 92"/>
          <p:cNvSpPr/>
          <p:nvPr/>
        </p:nvSpPr>
        <p:spPr>
          <a:xfrm>
            <a:off x="8927287" y="3871570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95" name="Shape 93"/>
          <p:cNvSpPr/>
          <p:nvPr/>
        </p:nvSpPr>
        <p:spPr>
          <a:xfrm>
            <a:off x="9231782" y="3871570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96" name="Shape 94"/>
          <p:cNvSpPr/>
          <p:nvPr/>
        </p:nvSpPr>
        <p:spPr>
          <a:xfrm>
            <a:off x="9536278" y="3871570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97" name="Shape 95"/>
          <p:cNvSpPr/>
          <p:nvPr/>
        </p:nvSpPr>
        <p:spPr>
          <a:xfrm>
            <a:off x="9840773" y="3871570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98" name="Shape 96"/>
          <p:cNvSpPr/>
          <p:nvPr/>
        </p:nvSpPr>
        <p:spPr>
          <a:xfrm>
            <a:off x="10145268" y="3871570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99" name="Shape 97"/>
          <p:cNvSpPr/>
          <p:nvPr/>
        </p:nvSpPr>
        <p:spPr>
          <a:xfrm>
            <a:off x="10449763" y="3871570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00" name="Shape 98"/>
          <p:cNvSpPr/>
          <p:nvPr/>
        </p:nvSpPr>
        <p:spPr>
          <a:xfrm>
            <a:off x="10754258" y="3871570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01" name="Shape 99"/>
          <p:cNvSpPr/>
          <p:nvPr/>
        </p:nvSpPr>
        <p:spPr>
          <a:xfrm>
            <a:off x="11058754" y="3871570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1363249" y="3871570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622792" y="4176065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04" name="Shape 102"/>
          <p:cNvSpPr/>
          <p:nvPr/>
        </p:nvSpPr>
        <p:spPr>
          <a:xfrm>
            <a:off x="8927287" y="4176065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231782" y="4176065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536278" y="4176065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840773" y="4176065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145268" y="4176065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0449763" y="4176065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754258" y="4176065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1058754" y="4176065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1363249" y="4176065"/>
            <a:ext cx="140818" cy="140818"/>
          </a:xfrm>
          <a:prstGeom prst="ellipse">
            <a:avLst/>
          </a:prstGeom>
          <a:solidFill>
            <a:srgbClr val="D7D9F8"/>
          </a:solidFill>
          <a:ln/>
        </p:spPr>
      </p:sp>
      <p:pic>
        <p:nvPicPr>
          <p:cNvPr id="116" name="Gmail export" descr="Table of the 10 exported fake customer emails"/>
          <p:cNvPicPr>
            <a:picLocks noChangeAspect="1"/>
          </p:cNvPicPr>
          <p:nvPr/>
        </p:nvPicPr>
        <p:blipFill>
          <a:blip r:embed="rIdGmail"/>
          <a:stretch>
            <a:fillRect/>
          </a:stretch>
        </p:blipFill>
        <p:spPr>
          <a:xfrm>
            <a:off x="1682496" y="4389120"/>
            <a:ext cx="10241280" cy="57607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113" name="Text 111"/>
          <p:cNvSpPr/>
          <p:nvPr/>
        </p:nvSpPr>
        <p:spPr>
          <a:xfrm>
            <a:off x="12591288" y="2706624"/>
            <a:ext cx="4727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97C44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Service 1 of 4</a:t>
            </a:r>
            <a:endParaRPr lang="en-US" sz="2000" dirty="0"/>
          </a:p>
        </p:txBody>
      </p:sp>
      <p:sp>
        <p:nvSpPr>
          <p:cNvPr id="114" name="Text 112"/>
          <p:cNvSpPr/>
          <p:nvPr/>
        </p:nvSpPr>
        <p:spPr>
          <a:xfrm>
            <a:off x="12591288" y="3282696"/>
            <a:ext cx="99029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Gmail</a:t>
            </a:r>
            <a:endParaRPr lang="en-US" sz="8000" dirty="0"/>
          </a:p>
        </p:txBody>
      </p:sp>
      <p:sp>
        <p:nvSpPr>
          <p:cNvPr id="115" name="Text 113"/>
          <p:cNvSpPr/>
          <p:nvPr/>
        </p:nvSpPr>
        <p:spPr>
          <a:xfrm>
            <a:off x="12591288" y="5358384"/>
            <a:ext cx="9902952" cy="676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Test inbox with 10 fake customer inquiries (prices, financing, stock)</a:t>
            </a:r>
            <a:endParaRPr lang="en-US" sz="2800" dirty="0"/>
          </a:p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Connected with the Gmail MCP server using an app password</a:t>
            </a:r>
            <a:endParaRPr lang="en-US" sz="2800" dirty="0"/>
          </a:p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Each email saved as a JSON file with its metadata (from, to, date, subject, labels)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307592"/>
                </a:moveTo>
                <a:lnTo>
                  <a:pt x="435343" y="1296586"/>
                </a:lnTo>
                <a:lnTo>
                  <a:pt x="870685" y="1275795"/>
                </a:lnTo>
                <a:lnTo>
                  <a:pt x="1306028" y="1269927"/>
                </a:lnTo>
                <a:lnTo>
                  <a:pt x="1741370" y="1303693"/>
                </a:lnTo>
                <a:lnTo>
                  <a:pt x="2176713" y="1386382"/>
                </a:lnTo>
                <a:lnTo>
                  <a:pt x="2612055" y="1494204"/>
                </a:lnTo>
                <a:lnTo>
                  <a:pt x="3047398" y="1643420"/>
                </a:lnTo>
                <a:lnTo>
                  <a:pt x="3482741" y="1853246"/>
                </a:lnTo>
                <a:lnTo>
                  <a:pt x="3918083" y="2143301"/>
                </a:lnTo>
                <a:lnTo>
                  <a:pt x="4353426" y="2521972"/>
                </a:lnTo>
                <a:lnTo>
                  <a:pt x="4788768" y="2966094"/>
                </a:lnTo>
                <a:lnTo>
                  <a:pt x="5224111" y="3448556"/>
                </a:lnTo>
                <a:lnTo>
                  <a:pt x="5659453" y="3942639"/>
                </a:lnTo>
                <a:lnTo>
                  <a:pt x="6094796" y="4489633"/>
                </a:lnTo>
                <a:lnTo>
                  <a:pt x="6530139" y="5085533"/>
                </a:lnTo>
                <a:lnTo>
                  <a:pt x="6965481" y="5664108"/>
                </a:lnTo>
                <a:lnTo>
                  <a:pt x="7400824" y="6159123"/>
                </a:lnTo>
                <a:lnTo>
                  <a:pt x="7836166" y="6541936"/>
                </a:lnTo>
                <a:lnTo>
                  <a:pt x="8271509" y="6860333"/>
                </a:lnTo>
                <a:lnTo>
                  <a:pt x="8706851" y="7104523"/>
                </a:lnTo>
                <a:lnTo>
                  <a:pt x="9142194" y="7261809"/>
                </a:lnTo>
                <a:lnTo>
                  <a:pt x="9577537" y="7315646"/>
                </a:lnTo>
                <a:lnTo>
                  <a:pt x="10012879" y="7246449"/>
                </a:lnTo>
                <a:lnTo>
                  <a:pt x="10448222" y="7090172"/>
                </a:lnTo>
                <a:lnTo>
                  <a:pt x="10883564" y="6890743"/>
                </a:lnTo>
                <a:lnTo>
                  <a:pt x="11318907" y="6691050"/>
                </a:lnTo>
                <a:lnTo>
                  <a:pt x="11754250" y="6473612"/>
                </a:lnTo>
                <a:lnTo>
                  <a:pt x="12189592" y="6226493"/>
                </a:lnTo>
                <a:lnTo>
                  <a:pt x="12624935" y="5965822"/>
                </a:lnTo>
                <a:lnTo>
                  <a:pt x="13060277" y="5707730"/>
                </a:lnTo>
                <a:lnTo>
                  <a:pt x="13495620" y="5454457"/>
                </a:lnTo>
                <a:lnTo>
                  <a:pt x="13930962" y="5193979"/>
                </a:lnTo>
                <a:lnTo>
                  <a:pt x="14366305" y="4935472"/>
                </a:lnTo>
                <a:lnTo>
                  <a:pt x="14801648" y="4688545"/>
                </a:lnTo>
                <a:lnTo>
                  <a:pt x="15236990" y="4459620"/>
                </a:lnTo>
                <a:lnTo>
                  <a:pt x="15672333" y="4240085"/>
                </a:lnTo>
                <a:lnTo>
                  <a:pt x="16107675" y="4032905"/>
                </a:lnTo>
                <a:lnTo>
                  <a:pt x="16543018" y="3843227"/>
                </a:lnTo>
                <a:lnTo>
                  <a:pt x="16978360" y="3675892"/>
                </a:lnTo>
                <a:lnTo>
                  <a:pt x="17413703" y="3527638"/>
                </a:lnTo>
                <a:lnTo>
                  <a:pt x="17849046" y="3398039"/>
                </a:lnTo>
                <a:lnTo>
                  <a:pt x="18284388" y="3289840"/>
                </a:lnTo>
                <a:lnTo>
                  <a:pt x="18719731" y="3205787"/>
                </a:lnTo>
                <a:lnTo>
                  <a:pt x="19155073" y="3147081"/>
                </a:lnTo>
                <a:lnTo>
                  <a:pt x="19590416" y="3112070"/>
                </a:lnTo>
                <a:lnTo>
                  <a:pt x="20025758" y="3099717"/>
                </a:lnTo>
                <a:lnTo>
                  <a:pt x="20461101" y="3108995"/>
                </a:lnTo>
                <a:lnTo>
                  <a:pt x="20896444" y="3139511"/>
                </a:lnTo>
                <a:lnTo>
                  <a:pt x="21331786" y="3192578"/>
                </a:lnTo>
                <a:lnTo>
                  <a:pt x="21767129" y="3267080"/>
                </a:lnTo>
                <a:lnTo>
                  <a:pt x="22202471" y="3361645"/>
                </a:lnTo>
                <a:lnTo>
                  <a:pt x="22637814" y="3477491"/>
                </a:lnTo>
                <a:lnTo>
                  <a:pt x="23073156" y="3641414"/>
                </a:lnTo>
                <a:lnTo>
                  <a:pt x="23508499" y="3830108"/>
                </a:lnTo>
                <a:lnTo>
                  <a:pt x="23943842" y="4004106"/>
                </a:lnTo>
                <a:lnTo>
                  <a:pt x="24379184" y="41239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728216"/>
                </a:moveTo>
                <a:lnTo>
                  <a:pt x="435343" y="1717621"/>
                </a:lnTo>
                <a:lnTo>
                  <a:pt x="870685" y="1698650"/>
                </a:lnTo>
                <a:lnTo>
                  <a:pt x="1306028" y="1690519"/>
                </a:lnTo>
                <a:lnTo>
                  <a:pt x="1741370" y="1712447"/>
                </a:lnTo>
                <a:lnTo>
                  <a:pt x="2176713" y="1769832"/>
                </a:lnTo>
                <a:lnTo>
                  <a:pt x="2612055" y="1841753"/>
                </a:lnTo>
                <a:lnTo>
                  <a:pt x="3047398" y="1946725"/>
                </a:lnTo>
                <a:lnTo>
                  <a:pt x="3482741" y="2106026"/>
                </a:lnTo>
                <a:lnTo>
                  <a:pt x="3918083" y="2340495"/>
                </a:lnTo>
                <a:lnTo>
                  <a:pt x="4353426" y="2653573"/>
                </a:lnTo>
                <a:lnTo>
                  <a:pt x="4788768" y="3025871"/>
                </a:lnTo>
                <a:lnTo>
                  <a:pt x="5224111" y="3436456"/>
                </a:lnTo>
                <a:lnTo>
                  <a:pt x="5659453" y="3864705"/>
                </a:lnTo>
                <a:lnTo>
                  <a:pt x="6094796" y="4343543"/>
                </a:lnTo>
                <a:lnTo>
                  <a:pt x="6530139" y="4869441"/>
                </a:lnTo>
                <a:lnTo>
                  <a:pt x="6965481" y="5389548"/>
                </a:lnTo>
                <a:lnTo>
                  <a:pt x="7400824" y="5851016"/>
                </a:lnTo>
                <a:lnTo>
                  <a:pt x="7836166" y="6234161"/>
                </a:lnTo>
                <a:lnTo>
                  <a:pt x="8271509" y="6579633"/>
                </a:lnTo>
                <a:lnTo>
                  <a:pt x="8706851" y="6870900"/>
                </a:lnTo>
                <a:lnTo>
                  <a:pt x="9142194" y="7088743"/>
                </a:lnTo>
                <a:lnTo>
                  <a:pt x="9577537" y="7213544"/>
                </a:lnTo>
                <a:lnTo>
                  <a:pt x="10012879" y="7239638"/>
                </a:lnTo>
                <a:lnTo>
                  <a:pt x="10448222" y="7191023"/>
                </a:lnTo>
                <a:lnTo>
                  <a:pt x="10883564" y="7094468"/>
                </a:lnTo>
                <a:lnTo>
                  <a:pt x="11318907" y="6976013"/>
                </a:lnTo>
                <a:lnTo>
                  <a:pt x="11754250" y="6821126"/>
                </a:lnTo>
                <a:lnTo>
                  <a:pt x="12189592" y="6624828"/>
                </a:lnTo>
                <a:lnTo>
                  <a:pt x="12624935" y="6402906"/>
                </a:lnTo>
                <a:lnTo>
                  <a:pt x="13060277" y="6171147"/>
                </a:lnTo>
                <a:lnTo>
                  <a:pt x="13495620" y="5930665"/>
                </a:lnTo>
                <a:lnTo>
                  <a:pt x="13930962" y="5669280"/>
                </a:lnTo>
                <a:lnTo>
                  <a:pt x="14366305" y="5398532"/>
                </a:lnTo>
                <a:lnTo>
                  <a:pt x="14801648" y="5130433"/>
                </a:lnTo>
                <a:lnTo>
                  <a:pt x="15236990" y="4872430"/>
                </a:lnTo>
                <a:lnTo>
                  <a:pt x="15672333" y="4612028"/>
                </a:lnTo>
                <a:lnTo>
                  <a:pt x="16107675" y="4355568"/>
                </a:lnTo>
                <a:lnTo>
                  <a:pt x="16543018" y="4112660"/>
                </a:lnTo>
                <a:lnTo>
                  <a:pt x="16978360" y="3892338"/>
                </a:lnTo>
                <a:lnTo>
                  <a:pt x="17413703" y="3688498"/>
                </a:lnTo>
                <a:lnTo>
                  <a:pt x="17849046" y="3500356"/>
                </a:lnTo>
                <a:lnTo>
                  <a:pt x="18284388" y="3333059"/>
                </a:lnTo>
                <a:lnTo>
                  <a:pt x="18719731" y="3191757"/>
                </a:lnTo>
                <a:lnTo>
                  <a:pt x="19155073" y="3077278"/>
                </a:lnTo>
                <a:lnTo>
                  <a:pt x="19590416" y="2986442"/>
                </a:lnTo>
                <a:lnTo>
                  <a:pt x="20025758" y="2920254"/>
                </a:lnTo>
                <a:lnTo>
                  <a:pt x="20461101" y="2879742"/>
                </a:lnTo>
                <a:lnTo>
                  <a:pt x="20896444" y="2865858"/>
                </a:lnTo>
                <a:lnTo>
                  <a:pt x="21331786" y="2878422"/>
                </a:lnTo>
                <a:lnTo>
                  <a:pt x="21767129" y="2916426"/>
                </a:lnTo>
                <a:lnTo>
                  <a:pt x="22202471" y="2978840"/>
                </a:lnTo>
                <a:lnTo>
                  <a:pt x="22637814" y="3067222"/>
                </a:lnTo>
                <a:lnTo>
                  <a:pt x="23073156" y="3208465"/>
                </a:lnTo>
                <a:lnTo>
                  <a:pt x="23508499" y="3378958"/>
                </a:lnTo>
                <a:lnTo>
                  <a:pt x="23943842" y="3538891"/>
                </a:lnTo>
                <a:lnTo>
                  <a:pt x="24379184" y="36484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139696"/>
                </a:moveTo>
                <a:lnTo>
                  <a:pt x="435343" y="2132696"/>
                </a:lnTo>
                <a:lnTo>
                  <a:pt x="870685" y="2120161"/>
                </a:lnTo>
                <a:lnTo>
                  <a:pt x="1306028" y="2114789"/>
                </a:lnTo>
                <a:lnTo>
                  <a:pt x="1741370" y="2129277"/>
                </a:lnTo>
                <a:lnTo>
                  <a:pt x="2176713" y="2164315"/>
                </a:lnTo>
                <a:lnTo>
                  <a:pt x="2612055" y="2202272"/>
                </a:lnTo>
                <a:lnTo>
                  <a:pt x="3047398" y="2264622"/>
                </a:lnTo>
                <a:lnTo>
                  <a:pt x="3482741" y="2375387"/>
                </a:lnTo>
                <a:lnTo>
                  <a:pt x="3918083" y="2557371"/>
                </a:lnTo>
                <a:lnTo>
                  <a:pt x="4353426" y="2809624"/>
                </a:lnTo>
                <a:lnTo>
                  <a:pt x="4788768" y="3115431"/>
                </a:lnTo>
                <a:lnTo>
                  <a:pt x="5224111" y="3458663"/>
                </a:lnTo>
                <a:lnTo>
                  <a:pt x="5659453" y="3823431"/>
                </a:lnTo>
                <a:lnTo>
                  <a:pt x="6094796" y="4235387"/>
                </a:lnTo>
                <a:lnTo>
                  <a:pt x="6530139" y="4691692"/>
                </a:lnTo>
                <a:lnTo>
                  <a:pt x="6965481" y="5151164"/>
                </a:lnTo>
                <a:lnTo>
                  <a:pt x="7400824" y="5572623"/>
                </a:lnTo>
                <a:lnTo>
                  <a:pt x="7836166" y="5942571"/>
                </a:lnTo>
                <a:lnTo>
                  <a:pt x="8271509" y="6294146"/>
                </a:lnTo>
                <a:lnTo>
                  <a:pt x="8706851" y="6609404"/>
                </a:lnTo>
                <a:lnTo>
                  <a:pt x="9142194" y="6868099"/>
                </a:lnTo>
                <a:lnTo>
                  <a:pt x="9577537" y="7052147"/>
                </a:lnTo>
                <a:lnTo>
                  <a:pt x="10012879" y="7167008"/>
                </a:lnTo>
                <a:lnTo>
                  <a:pt x="10448222" y="7223467"/>
                </a:lnTo>
                <a:lnTo>
                  <a:pt x="10883564" y="7230789"/>
                </a:lnTo>
                <a:lnTo>
                  <a:pt x="11318907" y="7197875"/>
                </a:lnTo>
                <a:lnTo>
                  <a:pt x="11754250" y="7115212"/>
                </a:lnTo>
                <a:lnTo>
                  <a:pt x="12189592" y="6983730"/>
                </a:lnTo>
                <a:lnTo>
                  <a:pt x="12624935" y="6815782"/>
                </a:lnTo>
                <a:lnTo>
                  <a:pt x="13060277" y="6623724"/>
                </a:lnTo>
                <a:lnTo>
                  <a:pt x="13495620" y="6406074"/>
                </a:lnTo>
                <a:lnTo>
                  <a:pt x="13930962" y="6152392"/>
                </a:lnTo>
                <a:lnTo>
                  <a:pt x="14366305" y="5877310"/>
                </a:lnTo>
                <a:lnTo>
                  <a:pt x="14801648" y="5595927"/>
                </a:lnTo>
                <a:lnTo>
                  <a:pt x="15236990" y="5317557"/>
                </a:lnTo>
                <a:lnTo>
                  <a:pt x="15672333" y="5026341"/>
                </a:lnTo>
                <a:lnTo>
                  <a:pt x="16107675" y="4730478"/>
                </a:lnTo>
                <a:lnTo>
                  <a:pt x="16543018" y="4442324"/>
                </a:lnTo>
                <a:lnTo>
                  <a:pt x="16978360" y="4173387"/>
                </a:lnTo>
                <a:lnTo>
                  <a:pt x="17413703" y="3913819"/>
                </a:lnTo>
                <a:lnTo>
                  <a:pt x="17849046" y="3664106"/>
                </a:lnTo>
                <a:lnTo>
                  <a:pt x="18284388" y="3433858"/>
                </a:lnTo>
                <a:lnTo>
                  <a:pt x="18719731" y="3232683"/>
                </a:lnTo>
                <a:lnTo>
                  <a:pt x="19155073" y="3062064"/>
                </a:lnTo>
                <a:lnTo>
                  <a:pt x="19590416" y="2916061"/>
                </a:lnTo>
                <a:lnTo>
                  <a:pt x="20025758" y="2796686"/>
                </a:lnTo>
                <a:lnTo>
                  <a:pt x="20461101" y="2705998"/>
                </a:lnTo>
                <a:lnTo>
                  <a:pt x="20896444" y="2645415"/>
                </a:lnTo>
                <a:lnTo>
                  <a:pt x="21331786" y="2613612"/>
                </a:lnTo>
                <a:lnTo>
                  <a:pt x="21767129" y="2610390"/>
                </a:lnTo>
                <a:lnTo>
                  <a:pt x="22202471" y="2635749"/>
                </a:lnTo>
                <a:lnTo>
                  <a:pt x="22637814" y="2692180"/>
                </a:lnTo>
                <a:lnTo>
                  <a:pt x="23073156" y="2805954"/>
                </a:lnTo>
                <a:lnTo>
                  <a:pt x="23508499" y="2953369"/>
                </a:lnTo>
                <a:lnTo>
                  <a:pt x="23943842" y="3094958"/>
                </a:lnTo>
                <a:lnTo>
                  <a:pt x="24379184" y="31912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108960"/>
                </a:moveTo>
                <a:lnTo>
                  <a:pt x="435343" y="3010013"/>
                </a:lnTo>
                <a:lnTo>
                  <a:pt x="870685" y="2863681"/>
                </a:lnTo>
                <a:lnTo>
                  <a:pt x="1306028" y="2714234"/>
                </a:lnTo>
                <a:lnTo>
                  <a:pt x="1741370" y="2605942"/>
                </a:lnTo>
                <a:lnTo>
                  <a:pt x="2176713" y="2562519"/>
                </a:lnTo>
                <a:lnTo>
                  <a:pt x="2612055" y="2550695"/>
                </a:lnTo>
                <a:lnTo>
                  <a:pt x="3047398" y="2576902"/>
                </a:lnTo>
                <a:lnTo>
                  <a:pt x="3482741" y="2651094"/>
                </a:lnTo>
                <a:lnTo>
                  <a:pt x="3918083" y="2783364"/>
                </a:lnTo>
                <a:lnTo>
                  <a:pt x="4353426" y="2977635"/>
                </a:lnTo>
                <a:lnTo>
                  <a:pt x="4788768" y="3222363"/>
                </a:lnTo>
                <a:lnTo>
                  <a:pt x="5224111" y="3504163"/>
                </a:lnTo>
                <a:lnTo>
                  <a:pt x="5659453" y="3809844"/>
                </a:lnTo>
                <a:lnTo>
                  <a:pt x="6094796" y="4159520"/>
                </a:lnTo>
                <a:lnTo>
                  <a:pt x="6530139" y="4551328"/>
                </a:lnTo>
                <a:lnTo>
                  <a:pt x="6965481" y="4953009"/>
                </a:lnTo>
                <a:lnTo>
                  <a:pt x="7400824" y="5332304"/>
                </a:lnTo>
                <a:lnTo>
                  <a:pt x="7836166" y="5679213"/>
                </a:lnTo>
                <a:lnTo>
                  <a:pt x="8271509" y="6020149"/>
                </a:lnTo>
                <a:lnTo>
                  <a:pt x="8706851" y="6339483"/>
                </a:lnTo>
                <a:lnTo>
                  <a:pt x="9142194" y="6619711"/>
                </a:lnTo>
                <a:lnTo>
                  <a:pt x="9577537" y="6846999"/>
                </a:lnTo>
                <a:lnTo>
                  <a:pt x="10012879" y="7034009"/>
                </a:lnTo>
                <a:lnTo>
                  <a:pt x="10448222" y="7179986"/>
                </a:lnTo>
                <a:lnTo>
                  <a:pt x="10883564" y="7279784"/>
                </a:lnTo>
                <a:lnTo>
                  <a:pt x="11318907" y="7328243"/>
                </a:lnTo>
                <a:lnTo>
                  <a:pt x="11754250" y="7322164"/>
                </a:lnTo>
                <a:lnTo>
                  <a:pt x="12189592" y="7266051"/>
                </a:lnTo>
                <a:lnTo>
                  <a:pt x="12624935" y="7166081"/>
                </a:lnTo>
                <a:lnTo>
                  <a:pt x="13060277" y="7028432"/>
                </a:lnTo>
                <a:lnTo>
                  <a:pt x="13495620" y="6849243"/>
                </a:lnTo>
                <a:lnTo>
                  <a:pt x="13930962" y="6622095"/>
                </a:lnTo>
                <a:lnTo>
                  <a:pt x="14366305" y="6361720"/>
                </a:lnTo>
                <a:lnTo>
                  <a:pt x="14801648" y="6083218"/>
                </a:lnTo>
                <a:lnTo>
                  <a:pt x="15236990" y="5795090"/>
                </a:lnTo>
                <a:lnTo>
                  <a:pt x="15672333" y="5479040"/>
                </a:lnTo>
                <a:lnTo>
                  <a:pt x="16107675" y="5146975"/>
                </a:lnTo>
                <a:lnTo>
                  <a:pt x="16543018" y="4815711"/>
                </a:lnTo>
                <a:lnTo>
                  <a:pt x="16978360" y="4500914"/>
                </a:lnTo>
                <a:lnTo>
                  <a:pt x="17413703" y="4189205"/>
                </a:lnTo>
                <a:lnTo>
                  <a:pt x="17849046" y="3881227"/>
                </a:lnTo>
                <a:lnTo>
                  <a:pt x="18284388" y="3590020"/>
                </a:lnTo>
                <a:lnTo>
                  <a:pt x="18719731" y="3328626"/>
                </a:lnTo>
                <a:lnTo>
                  <a:pt x="19155073" y="3098255"/>
                </a:lnTo>
                <a:lnTo>
                  <a:pt x="19590416" y="2890800"/>
                </a:lnTo>
                <a:lnTo>
                  <a:pt x="20025758" y="2710651"/>
                </a:lnTo>
                <a:lnTo>
                  <a:pt x="20461101" y="2562268"/>
                </a:lnTo>
                <a:lnTo>
                  <a:pt x="20896444" y="2448406"/>
                </a:lnTo>
                <a:lnTo>
                  <a:pt x="21331786" y="2365546"/>
                </a:lnTo>
                <a:lnTo>
                  <a:pt x="21767129" y="2314469"/>
                </a:lnTo>
                <a:lnTo>
                  <a:pt x="22202471" y="2296549"/>
                </a:lnTo>
                <a:lnTo>
                  <a:pt x="22637814" y="2315506"/>
                </a:lnTo>
                <a:lnTo>
                  <a:pt x="23073156" y="2396631"/>
                </a:lnTo>
                <a:lnTo>
                  <a:pt x="23508499" y="2516236"/>
                </a:lnTo>
                <a:lnTo>
                  <a:pt x="23943842" y="2635541"/>
                </a:lnTo>
                <a:lnTo>
                  <a:pt x="24379184" y="27157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953512"/>
                </a:moveTo>
                <a:lnTo>
                  <a:pt x="435343" y="2953323"/>
                </a:lnTo>
                <a:lnTo>
                  <a:pt x="870685" y="2952984"/>
                </a:lnTo>
                <a:lnTo>
                  <a:pt x="1306028" y="2952839"/>
                </a:lnTo>
                <a:lnTo>
                  <a:pt x="1741370" y="2953230"/>
                </a:lnTo>
                <a:lnTo>
                  <a:pt x="2176713" y="2945841"/>
                </a:lnTo>
                <a:lnTo>
                  <a:pt x="2612055" y="2919170"/>
                </a:lnTo>
                <a:lnTo>
                  <a:pt x="3047398" y="2900559"/>
                </a:lnTo>
                <a:lnTo>
                  <a:pt x="3482741" y="2919522"/>
                </a:lnTo>
                <a:lnTo>
                  <a:pt x="3918083" y="3002955"/>
                </a:lnTo>
                <a:lnTo>
                  <a:pt x="4353426" y="3142236"/>
                </a:lnTo>
                <a:lnTo>
                  <a:pt x="4788768" y="3324811"/>
                </a:lnTo>
                <a:lnTo>
                  <a:pt x="5224111" y="3542444"/>
                </a:lnTo>
                <a:lnTo>
                  <a:pt x="5659453" y="3787030"/>
                </a:lnTo>
                <a:lnTo>
                  <a:pt x="6094796" y="4073081"/>
                </a:lnTo>
                <a:lnTo>
                  <a:pt x="6530139" y="4398553"/>
                </a:lnTo>
                <a:lnTo>
                  <a:pt x="6965481" y="4740111"/>
                </a:lnTo>
                <a:lnTo>
                  <a:pt x="7400824" y="5074418"/>
                </a:lnTo>
                <a:lnTo>
                  <a:pt x="7836166" y="5395810"/>
                </a:lnTo>
                <a:lnTo>
                  <a:pt x="8271509" y="5724642"/>
                </a:lnTo>
                <a:lnTo>
                  <a:pt x="8706851" y="6045290"/>
                </a:lnTo>
                <a:lnTo>
                  <a:pt x="9142194" y="6340596"/>
                </a:lnTo>
                <a:lnTo>
                  <a:pt x="9577537" y="6597805"/>
                </a:lnTo>
                <a:lnTo>
                  <a:pt x="10012879" y="6832915"/>
                </a:lnTo>
                <a:lnTo>
                  <a:pt x="10448222" y="7040640"/>
                </a:lnTo>
                <a:lnTo>
                  <a:pt x="10883564" y="7210000"/>
                </a:lnTo>
                <a:lnTo>
                  <a:pt x="11318907" y="7330306"/>
                </a:lnTo>
                <a:lnTo>
                  <a:pt x="11754250" y="7407325"/>
                </a:lnTo>
                <a:lnTo>
                  <a:pt x="12189592" y="7443216"/>
                </a:lnTo>
                <a:lnTo>
                  <a:pt x="12624935" y="7431800"/>
                </a:lnTo>
                <a:lnTo>
                  <a:pt x="13060277" y="7366901"/>
                </a:lnTo>
                <a:lnTo>
                  <a:pt x="13495620" y="7240045"/>
                </a:lnTo>
                <a:lnTo>
                  <a:pt x="13930962" y="7052903"/>
                </a:lnTo>
                <a:lnTo>
                  <a:pt x="14366305" y="6820074"/>
                </a:lnTo>
                <a:lnTo>
                  <a:pt x="14801648" y="6556315"/>
                </a:lnTo>
                <a:lnTo>
                  <a:pt x="15236990" y="6269051"/>
                </a:lnTo>
                <a:lnTo>
                  <a:pt x="15672333" y="5937758"/>
                </a:lnTo>
                <a:lnTo>
                  <a:pt x="16107675" y="5578096"/>
                </a:lnTo>
                <a:lnTo>
                  <a:pt x="16543018" y="5211341"/>
                </a:lnTo>
                <a:lnTo>
                  <a:pt x="16978360" y="4857342"/>
                </a:lnTo>
                <a:lnTo>
                  <a:pt x="17413703" y="4499648"/>
                </a:lnTo>
                <a:lnTo>
                  <a:pt x="17849046" y="4138715"/>
                </a:lnTo>
                <a:lnTo>
                  <a:pt x="18284388" y="3790331"/>
                </a:lnTo>
                <a:lnTo>
                  <a:pt x="18719731" y="3470281"/>
                </a:lnTo>
                <a:lnTo>
                  <a:pt x="19155073" y="3178501"/>
                </a:lnTo>
                <a:lnTo>
                  <a:pt x="19590416" y="2905093"/>
                </a:lnTo>
                <a:lnTo>
                  <a:pt x="20025758" y="2658531"/>
                </a:lnTo>
                <a:lnTo>
                  <a:pt x="20461101" y="2447397"/>
                </a:lnTo>
                <a:lnTo>
                  <a:pt x="20896444" y="2276963"/>
                </a:lnTo>
                <a:lnTo>
                  <a:pt x="21331786" y="2140410"/>
                </a:lnTo>
                <a:lnTo>
                  <a:pt x="21767129" y="2039338"/>
                </a:lnTo>
                <a:lnTo>
                  <a:pt x="22202471" y="1976490"/>
                </a:lnTo>
                <a:lnTo>
                  <a:pt x="22637814" y="1956839"/>
                </a:lnTo>
                <a:lnTo>
                  <a:pt x="23073156" y="2004923"/>
                </a:lnTo>
                <a:lnTo>
                  <a:pt x="23508499" y="2096863"/>
                </a:lnTo>
                <a:lnTo>
                  <a:pt x="23943842" y="2194223"/>
                </a:lnTo>
                <a:lnTo>
                  <a:pt x="24379184" y="22585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300984"/>
                </a:moveTo>
                <a:lnTo>
                  <a:pt x="435343" y="3302876"/>
                </a:lnTo>
                <a:lnTo>
                  <a:pt x="870685" y="3306264"/>
                </a:lnTo>
                <a:lnTo>
                  <a:pt x="1306028" y="3307716"/>
                </a:lnTo>
                <a:lnTo>
                  <a:pt x="1741370" y="3303800"/>
                </a:lnTo>
                <a:lnTo>
                  <a:pt x="2176713" y="3284625"/>
                </a:lnTo>
                <a:lnTo>
                  <a:pt x="2612055" y="3242121"/>
                </a:lnTo>
                <a:lnTo>
                  <a:pt x="3047398" y="3201641"/>
                </a:lnTo>
                <a:lnTo>
                  <a:pt x="3482741" y="3190296"/>
                </a:lnTo>
                <a:lnTo>
                  <a:pt x="3918083" y="3232128"/>
                </a:lnTo>
                <a:lnTo>
                  <a:pt x="4353426" y="3314787"/>
                </a:lnTo>
                <a:lnTo>
                  <a:pt x="4788768" y="3431483"/>
                </a:lnTo>
                <a:lnTo>
                  <a:pt x="5224111" y="3581529"/>
                </a:lnTo>
                <a:lnTo>
                  <a:pt x="5659453" y="3764317"/>
                </a:lnTo>
                <a:lnTo>
                  <a:pt x="6094796" y="3990999"/>
                </a:lnTo>
                <a:lnTo>
                  <a:pt x="6530139" y="4257225"/>
                </a:lnTo>
                <a:lnTo>
                  <a:pt x="6965481" y="4544808"/>
                </a:lnTo>
                <a:lnTo>
                  <a:pt x="7400824" y="4835559"/>
                </a:lnTo>
                <a:lnTo>
                  <a:pt x="7836166" y="5125066"/>
                </a:lnTo>
                <a:lnTo>
                  <a:pt x="8271509" y="5429197"/>
                </a:lnTo>
                <a:lnTo>
                  <a:pt x="8706851" y="5735766"/>
                </a:lnTo>
                <a:lnTo>
                  <a:pt x="9142194" y="6031388"/>
                </a:lnTo>
                <a:lnTo>
                  <a:pt x="9577537" y="6307101"/>
                </a:lnTo>
                <a:lnTo>
                  <a:pt x="10012879" y="6579742"/>
                </a:lnTo>
                <a:lnTo>
                  <a:pt x="10448222" y="6839659"/>
                </a:lnTo>
                <a:lnTo>
                  <a:pt x="10883564" y="7071065"/>
                </a:lnTo>
                <a:lnTo>
                  <a:pt x="11318907" y="7258756"/>
                </a:lnTo>
                <a:lnTo>
                  <a:pt x="11754250" y="7417301"/>
                </a:lnTo>
                <a:lnTo>
                  <a:pt x="12189592" y="7546086"/>
                </a:lnTo>
                <a:lnTo>
                  <a:pt x="12624935" y="7626579"/>
                </a:lnTo>
                <a:lnTo>
                  <a:pt x="13060277" y="7640249"/>
                </a:lnTo>
                <a:lnTo>
                  <a:pt x="13495620" y="7574574"/>
                </a:lnTo>
                <a:lnTo>
                  <a:pt x="13930962" y="7439537"/>
                </a:lnTo>
                <a:lnTo>
                  <a:pt x="14366305" y="7248254"/>
                </a:lnTo>
                <a:lnTo>
                  <a:pt x="14801648" y="7013765"/>
                </a:lnTo>
                <a:lnTo>
                  <a:pt x="15236990" y="6741932"/>
                </a:lnTo>
                <a:lnTo>
                  <a:pt x="15672333" y="6412517"/>
                </a:lnTo>
                <a:lnTo>
                  <a:pt x="16107675" y="6042553"/>
                </a:lnTo>
                <a:lnTo>
                  <a:pt x="16543018" y="5654691"/>
                </a:lnTo>
                <a:lnTo>
                  <a:pt x="16978360" y="5269899"/>
                </a:lnTo>
                <a:lnTo>
                  <a:pt x="17413703" y="4867674"/>
                </a:lnTo>
                <a:lnTo>
                  <a:pt x="17849046" y="4450736"/>
                </a:lnTo>
                <a:lnTo>
                  <a:pt x="18284388" y="4040362"/>
                </a:lnTo>
                <a:lnTo>
                  <a:pt x="18719731" y="3657830"/>
                </a:lnTo>
                <a:lnTo>
                  <a:pt x="19155073" y="3302344"/>
                </a:lnTo>
                <a:lnTo>
                  <a:pt x="19590416" y="2960518"/>
                </a:lnTo>
                <a:lnTo>
                  <a:pt x="20025758" y="2645250"/>
                </a:lnTo>
                <a:lnTo>
                  <a:pt x="20461101" y="2369579"/>
                </a:lnTo>
                <a:lnTo>
                  <a:pt x="20896444" y="2141935"/>
                </a:lnTo>
                <a:lnTo>
                  <a:pt x="21331786" y="1952789"/>
                </a:lnTo>
                <a:lnTo>
                  <a:pt x="21767129" y="1803002"/>
                </a:lnTo>
                <a:lnTo>
                  <a:pt x="22202471" y="1694978"/>
                </a:lnTo>
                <a:lnTo>
                  <a:pt x="22637814" y="1633175"/>
                </a:lnTo>
                <a:lnTo>
                  <a:pt x="23073156" y="1640206"/>
                </a:lnTo>
                <a:lnTo>
                  <a:pt x="23508499" y="1694147"/>
                </a:lnTo>
                <a:lnTo>
                  <a:pt x="23943842" y="1759650"/>
                </a:lnTo>
                <a:lnTo>
                  <a:pt x="24379184" y="18013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630168"/>
                </a:moveTo>
                <a:lnTo>
                  <a:pt x="435343" y="3633573"/>
                </a:lnTo>
                <a:lnTo>
                  <a:pt x="870685" y="3639671"/>
                </a:lnTo>
                <a:lnTo>
                  <a:pt x="1306028" y="3642285"/>
                </a:lnTo>
                <a:lnTo>
                  <a:pt x="1741370" y="3635237"/>
                </a:lnTo>
                <a:lnTo>
                  <a:pt x="2176713" y="3608176"/>
                </a:lnTo>
                <a:lnTo>
                  <a:pt x="2612055" y="3556432"/>
                </a:lnTo>
                <a:lnTo>
                  <a:pt x="3047398" y="3501714"/>
                </a:lnTo>
                <a:lnTo>
                  <a:pt x="3482741" y="3467016"/>
                </a:lnTo>
                <a:lnTo>
                  <a:pt x="3918083" y="3472005"/>
                </a:lnTo>
                <a:lnTo>
                  <a:pt x="4353426" y="3501416"/>
                </a:lnTo>
                <a:lnTo>
                  <a:pt x="4788768" y="3554620"/>
                </a:lnTo>
                <a:lnTo>
                  <a:pt x="5224111" y="3638482"/>
                </a:lnTo>
                <a:lnTo>
                  <a:pt x="5659453" y="3759889"/>
                </a:lnTo>
                <a:lnTo>
                  <a:pt x="6094796" y="3926419"/>
                </a:lnTo>
                <a:lnTo>
                  <a:pt x="6530139" y="4131509"/>
                </a:lnTo>
                <a:lnTo>
                  <a:pt x="6965481" y="4362461"/>
                </a:lnTo>
                <a:lnTo>
                  <a:pt x="7400824" y="4606577"/>
                </a:lnTo>
                <a:lnTo>
                  <a:pt x="7836166" y="4861588"/>
                </a:lnTo>
                <a:lnTo>
                  <a:pt x="8271509" y="5139218"/>
                </a:lnTo>
                <a:lnTo>
                  <a:pt x="8706851" y="5428727"/>
                </a:lnTo>
                <a:lnTo>
                  <a:pt x="9142194" y="5718447"/>
                </a:lnTo>
                <a:lnTo>
                  <a:pt x="9577537" y="6000607"/>
                </a:lnTo>
                <a:lnTo>
                  <a:pt x="10012879" y="6290071"/>
                </a:lnTo>
                <a:lnTo>
                  <a:pt x="10448222" y="6578188"/>
                </a:lnTo>
                <a:lnTo>
                  <a:pt x="10883564" y="6850889"/>
                </a:lnTo>
                <a:lnTo>
                  <a:pt x="11318907" y="7094907"/>
                </a:lnTo>
                <a:lnTo>
                  <a:pt x="11754250" y="7334587"/>
                </a:lnTo>
                <a:lnTo>
                  <a:pt x="12189592" y="7562659"/>
                </a:lnTo>
                <a:lnTo>
                  <a:pt x="12624935" y="7745151"/>
                </a:lnTo>
                <a:lnTo>
                  <a:pt x="13060277" y="7848086"/>
                </a:lnTo>
                <a:lnTo>
                  <a:pt x="13495620" y="7854274"/>
                </a:lnTo>
                <a:lnTo>
                  <a:pt x="13930962" y="7784237"/>
                </a:lnTo>
                <a:lnTo>
                  <a:pt x="14366305" y="7648309"/>
                </a:lnTo>
                <a:lnTo>
                  <a:pt x="14801648" y="7456442"/>
                </a:lnTo>
                <a:lnTo>
                  <a:pt x="15236990" y="7211946"/>
                </a:lnTo>
                <a:lnTo>
                  <a:pt x="15672333" y="6895884"/>
                </a:lnTo>
                <a:lnTo>
                  <a:pt x="16107675" y="6526567"/>
                </a:lnTo>
                <a:lnTo>
                  <a:pt x="16543018" y="6127675"/>
                </a:lnTo>
                <a:lnTo>
                  <a:pt x="16978360" y="5720990"/>
                </a:lnTo>
                <a:lnTo>
                  <a:pt x="17413703" y="5282513"/>
                </a:lnTo>
                <a:lnTo>
                  <a:pt x="17849046" y="4817003"/>
                </a:lnTo>
                <a:lnTo>
                  <a:pt x="18284388" y="4350544"/>
                </a:lnTo>
                <a:lnTo>
                  <a:pt x="18719731" y="3909215"/>
                </a:lnTo>
                <a:lnTo>
                  <a:pt x="19155073" y="3491478"/>
                </a:lnTo>
                <a:lnTo>
                  <a:pt x="19590416" y="3080894"/>
                </a:lnTo>
                <a:lnTo>
                  <a:pt x="20025758" y="2694437"/>
                </a:lnTo>
                <a:lnTo>
                  <a:pt x="20461101" y="2349268"/>
                </a:lnTo>
                <a:lnTo>
                  <a:pt x="20896444" y="2055854"/>
                </a:lnTo>
                <a:lnTo>
                  <a:pt x="21331786" y="1800395"/>
                </a:lnTo>
                <a:lnTo>
                  <a:pt x="21767129" y="1586390"/>
                </a:lnTo>
                <a:lnTo>
                  <a:pt x="22202471" y="1419674"/>
                </a:lnTo>
                <a:lnTo>
                  <a:pt x="22637814" y="1307822"/>
                </a:lnTo>
                <a:lnTo>
                  <a:pt x="23073156" y="1271450"/>
                </a:lnTo>
                <a:lnTo>
                  <a:pt x="23508499" y="1288263"/>
                </a:lnTo>
                <a:lnTo>
                  <a:pt x="23943842" y="1323941"/>
                </a:lnTo>
                <a:lnTo>
                  <a:pt x="24379184" y="13441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13048"/>
                </a:moveTo>
                <a:lnTo>
                  <a:pt x="435343" y="3814940"/>
                </a:lnTo>
                <a:lnTo>
                  <a:pt x="870685" y="3818328"/>
                </a:lnTo>
                <a:lnTo>
                  <a:pt x="1306028" y="3819780"/>
                </a:lnTo>
                <a:lnTo>
                  <a:pt x="1741370" y="3815864"/>
                </a:lnTo>
                <a:lnTo>
                  <a:pt x="2176713" y="3802240"/>
                </a:lnTo>
                <a:lnTo>
                  <a:pt x="2612055" y="3778177"/>
                </a:lnTo>
                <a:lnTo>
                  <a:pt x="3047398" y="3751210"/>
                </a:lnTo>
                <a:lnTo>
                  <a:pt x="3482741" y="3729232"/>
                </a:lnTo>
                <a:lnTo>
                  <a:pt x="3918083" y="3717266"/>
                </a:lnTo>
                <a:lnTo>
                  <a:pt x="4353426" y="3698550"/>
                </a:lnTo>
                <a:lnTo>
                  <a:pt x="4788768" y="3685202"/>
                </a:lnTo>
                <a:lnTo>
                  <a:pt x="5224111" y="3697470"/>
                </a:lnTo>
                <a:lnTo>
                  <a:pt x="5659453" y="3755549"/>
                </a:lnTo>
                <a:lnTo>
                  <a:pt x="6094796" y="3864126"/>
                </a:lnTo>
                <a:lnTo>
                  <a:pt x="6530139" y="4011262"/>
                </a:lnTo>
                <a:lnTo>
                  <a:pt x="6965481" y="4188379"/>
                </a:lnTo>
                <a:lnTo>
                  <a:pt x="7400824" y="4386895"/>
                </a:lnTo>
                <a:lnTo>
                  <a:pt x="7836166" y="4605882"/>
                </a:lnTo>
                <a:lnTo>
                  <a:pt x="8271509" y="4853737"/>
                </a:lnTo>
                <a:lnTo>
                  <a:pt x="8706851" y="5121550"/>
                </a:lnTo>
                <a:lnTo>
                  <a:pt x="9142194" y="5399711"/>
                </a:lnTo>
                <a:lnTo>
                  <a:pt x="9577537" y="5681925"/>
                </a:lnTo>
                <a:lnTo>
                  <a:pt x="10012879" y="5980896"/>
                </a:lnTo>
                <a:lnTo>
                  <a:pt x="10448222" y="6288913"/>
                </a:lnTo>
                <a:lnTo>
                  <a:pt x="10883564" y="6593621"/>
                </a:lnTo>
                <a:lnTo>
                  <a:pt x="11318907" y="6883598"/>
                </a:lnTo>
                <a:lnTo>
                  <a:pt x="11754250" y="7189167"/>
                </a:lnTo>
                <a:lnTo>
                  <a:pt x="12189592" y="7498652"/>
                </a:lnTo>
                <a:lnTo>
                  <a:pt x="12624935" y="7768468"/>
                </a:lnTo>
                <a:lnTo>
                  <a:pt x="13060277" y="7955032"/>
                </a:lnTo>
                <a:lnTo>
                  <a:pt x="13495620" y="8041281"/>
                </a:lnTo>
                <a:lnTo>
                  <a:pt x="13930962" y="8055464"/>
                </a:lnTo>
                <a:lnTo>
                  <a:pt x="14366305" y="7998969"/>
                </a:lnTo>
                <a:lnTo>
                  <a:pt x="14801648" y="7872483"/>
                </a:lnTo>
                <a:lnTo>
                  <a:pt x="15236990" y="7672030"/>
                </a:lnTo>
                <a:lnTo>
                  <a:pt x="15672333" y="7383707"/>
                </a:lnTo>
                <a:lnTo>
                  <a:pt x="16107675" y="7027944"/>
                </a:lnTo>
                <a:lnTo>
                  <a:pt x="16543018" y="6629450"/>
                </a:lnTo>
                <a:lnTo>
                  <a:pt x="16978360" y="6210847"/>
                </a:lnTo>
                <a:lnTo>
                  <a:pt x="17413703" y="5745098"/>
                </a:lnTo>
                <a:lnTo>
                  <a:pt x="17849046" y="5238660"/>
                </a:lnTo>
                <a:lnTo>
                  <a:pt x="18284388" y="4721733"/>
                </a:lnTo>
                <a:lnTo>
                  <a:pt x="18719731" y="4224517"/>
                </a:lnTo>
                <a:lnTo>
                  <a:pt x="19155073" y="3743727"/>
                </a:lnTo>
                <a:lnTo>
                  <a:pt x="19590416" y="3260240"/>
                </a:lnTo>
                <a:lnTo>
                  <a:pt x="20025758" y="2796825"/>
                </a:lnTo>
                <a:lnTo>
                  <a:pt x="20461101" y="2376476"/>
                </a:lnTo>
                <a:lnTo>
                  <a:pt x="20896444" y="2012880"/>
                </a:lnTo>
                <a:lnTo>
                  <a:pt x="21331786" y="1686863"/>
                </a:lnTo>
                <a:lnTo>
                  <a:pt x="21767129" y="1404394"/>
                </a:lnTo>
                <a:lnTo>
                  <a:pt x="22202471" y="1174741"/>
                </a:lnTo>
                <a:lnTo>
                  <a:pt x="22637814" y="1008551"/>
                </a:lnTo>
                <a:lnTo>
                  <a:pt x="23073156" y="923988"/>
                </a:lnTo>
                <a:lnTo>
                  <a:pt x="23508499" y="898795"/>
                </a:lnTo>
                <a:lnTo>
                  <a:pt x="23943842" y="900371"/>
                </a:lnTo>
                <a:lnTo>
                  <a:pt x="24379184" y="896112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40480"/>
                </a:moveTo>
                <a:lnTo>
                  <a:pt x="435343" y="3840480"/>
                </a:lnTo>
                <a:lnTo>
                  <a:pt x="870685" y="3840480"/>
                </a:lnTo>
                <a:lnTo>
                  <a:pt x="1306028" y="3840480"/>
                </a:lnTo>
                <a:lnTo>
                  <a:pt x="1741370" y="3840480"/>
                </a:lnTo>
                <a:lnTo>
                  <a:pt x="2176713" y="3840480"/>
                </a:lnTo>
                <a:lnTo>
                  <a:pt x="2612055" y="3840480"/>
                </a:lnTo>
                <a:lnTo>
                  <a:pt x="3047398" y="3840480"/>
                </a:lnTo>
                <a:lnTo>
                  <a:pt x="3482741" y="3840480"/>
                </a:lnTo>
                <a:lnTo>
                  <a:pt x="3918083" y="3839750"/>
                </a:lnTo>
                <a:lnTo>
                  <a:pt x="4353426" y="3833428"/>
                </a:lnTo>
                <a:lnTo>
                  <a:pt x="4788768" y="3826720"/>
                </a:lnTo>
                <a:lnTo>
                  <a:pt x="5224111" y="3827174"/>
                </a:lnTo>
                <a:lnTo>
                  <a:pt x="5659453" y="3842235"/>
                </a:lnTo>
                <a:lnTo>
                  <a:pt x="6094796" y="3860983"/>
                </a:lnTo>
                <a:lnTo>
                  <a:pt x="6530139" y="3884288"/>
                </a:lnTo>
                <a:lnTo>
                  <a:pt x="6965481" y="3929654"/>
                </a:lnTo>
                <a:lnTo>
                  <a:pt x="7400824" y="4014583"/>
                </a:lnTo>
                <a:lnTo>
                  <a:pt x="7836166" y="4150208"/>
                </a:lnTo>
                <a:lnTo>
                  <a:pt x="8271509" y="4326739"/>
                </a:lnTo>
                <a:lnTo>
                  <a:pt x="8706851" y="4536954"/>
                </a:lnTo>
                <a:lnTo>
                  <a:pt x="9142194" y="4773990"/>
                </a:lnTo>
                <a:lnTo>
                  <a:pt x="9577537" y="5032942"/>
                </a:lnTo>
                <a:lnTo>
                  <a:pt x="10012879" y="5321079"/>
                </a:lnTo>
                <a:lnTo>
                  <a:pt x="10448222" y="5635183"/>
                </a:lnTo>
                <a:lnTo>
                  <a:pt x="10883564" y="5969421"/>
                </a:lnTo>
                <a:lnTo>
                  <a:pt x="11318907" y="6318944"/>
                </a:lnTo>
                <a:lnTo>
                  <a:pt x="11754250" y="6719736"/>
                </a:lnTo>
                <a:lnTo>
                  <a:pt x="12189592" y="7153466"/>
                </a:lnTo>
                <a:lnTo>
                  <a:pt x="12624935" y="7566252"/>
                </a:lnTo>
                <a:lnTo>
                  <a:pt x="13060277" y="7904216"/>
                </a:lnTo>
                <a:lnTo>
                  <a:pt x="13495620" y="8155970"/>
                </a:lnTo>
                <a:lnTo>
                  <a:pt x="13930962" y="8360175"/>
                </a:lnTo>
                <a:lnTo>
                  <a:pt x="14366305" y="8495462"/>
                </a:lnTo>
                <a:lnTo>
                  <a:pt x="14801648" y="8539182"/>
                </a:lnTo>
                <a:lnTo>
                  <a:pt x="15236990" y="8470737"/>
                </a:lnTo>
                <a:lnTo>
                  <a:pt x="15672333" y="8294058"/>
                </a:lnTo>
                <a:lnTo>
                  <a:pt x="16107675" y="8027060"/>
                </a:lnTo>
                <a:lnTo>
                  <a:pt x="16543018" y="7687590"/>
                </a:lnTo>
                <a:lnTo>
                  <a:pt x="16978360" y="7291419"/>
                </a:lnTo>
                <a:lnTo>
                  <a:pt x="17413703" y="6808601"/>
                </a:lnTo>
                <a:lnTo>
                  <a:pt x="17849046" y="6251585"/>
                </a:lnTo>
                <a:lnTo>
                  <a:pt x="18284388" y="5657779"/>
                </a:lnTo>
                <a:lnTo>
                  <a:pt x="18719731" y="5064588"/>
                </a:lnTo>
                <a:lnTo>
                  <a:pt x="19155073" y="4463488"/>
                </a:lnTo>
                <a:lnTo>
                  <a:pt x="19590416" y="3830537"/>
                </a:lnTo>
                <a:lnTo>
                  <a:pt x="20025758" y="3203165"/>
                </a:lnTo>
                <a:lnTo>
                  <a:pt x="20461101" y="2619121"/>
                </a:lnTo>
                <a:lnTo>
                  <a:pt x="20896444" y="2100028"/>
                </a:lnTo>
                <a:lnTo>
                  <a:pt x="21331786" y="1612675"/>
                </a:lnTo>
                <a:lnTo>
                  <a:pt x="21767129" y="1170103"/>
                </a:lnTo>
                <a:lnTo>
                  <a:pt x="22202471" y="791186"/>
                </a:lnTo>
                <a:lnTo>
                  <a:pt x="22637814" y="495094"/>
                </a:lnTo>
                <a:lnTo>
                  <a:pt x="23073156" y="292207"/>
                </a:lnTo>
                <a:lnTo>
                  <a:pt x="23508499" y="161202"/>
                </a:lnTo>
                <a:lnTo>
                  <a:pt x="23943842" y="75657"/>
                </a:lnTo>
                <a:lnTo>
                  <a:pt x="24379184" y="91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88952" y="0"/>
            <a:ext cx="12188952" cy="6858000"/>
          </a:xfrm>
          <a:prstGeom prst="rect">
            <a:avLst/>
          </a:prstGeom>
          <a:solidFill>
            <a:srgbClr val="FDF1EB"/>
          </a:solidFill>
          <a:ln w="9525">
            <a:solidFill>
              <a:srgbClr val="F8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527280" y="7040880"/>
            <a:ext cx="11521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Running the skill in Claude Code: files saved per service</a:t>
            </a:r>
            <a:endParaRPr lang="en-US" sz="2000" dirty="0"/>
          </a:p>
        </p:txBody>
      </p:sp>
      <p:pic>
        <p:nvPicPr>
          <p:cNvPr id="26" name="Screenshot" descr="Claude Code output table after running the export-services skill"/>
          <p:cNvPicPr>
            <a:picLocks noChangeAspect="1"/>
          </p:cNvPicPr>
          <p:nvPr/>
        </p:nvPicPr>
        <p:blipFill>
          <a:blip r:embed="rIdShot"/>
          <a:stretch>
            <a:fillRect/>
          </a:stretch>
        </p:blipFill>
        <p:spPr>
          <a:xfrm>
            <a:off x="12188952" y="0"/>
            <a:ext cx="12188952" cy="6796646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15" name="Text 13"/>
          <p:cNvSpPr/>
          <p:nvPr/>
        </p:nvSpPr>
        <p:spPr>
          <a:xfrm>
            <a:off x="1554480" y="1371600"/>
            <a:ext cx="4727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97C44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Claude Code skill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554480" y="1920240"/>
            <a:ext cx="10332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Claude Code skill:</a:t>
            </a:r>
            <a:endParaRPr lang="en-US" sz="6400" dirty="0"/>
          </a:p>
          <a:p>
            <a:pPr algn="l" indent="0" marL="0">
              <a:buNone/>
            </a:pPr>
            <a:r>
              <a:rPr lang="en-US" sz="64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export-services</a:t>
            </a:r>
            <a:endParaRPr lang="en-US" sz="6400" dirty="0"/>
          </a:p>
        </p:txBody>
      </p:sp>
      <p:sp>
        <p:nvSpPr>
          <p:cNvPr id="17" name="Text 15"/>
          <p:cNvSpPr/>
          <p:nvPr/>
        </p:nvSpPr>
        <p:spPr>
          <a:xfrm>
            <a:off x="1554480" y="443484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Repeats the full download from the four MCP servers into dataExports/. It lives in .claude/skills/export-services/SKILL.md.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54480" y="813816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01. Read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554480" y="8823960"/>
            <a:ext cx="9875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Read each service through its MCP server (Gmail, GitHub, Notion, Supabase)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554480" y="1069848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02. Filter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1554480" y="11384280"/>
            <a:ext cx="9875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Keep only the test items (for Gmail, search for the fake-customer phrase)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2527280" y="813816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03. Save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12527280" y="8823960"/>
            <a:ext cx="9875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Save each item in dataExports/&lt;service&gt;/ with its metadata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2527280" y="1069848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04. Check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12527280" y="11384280"/>
            <a:ext cx="9875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Check the file counts, test a "financing" search, and report what was saved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307592"/>
                </a:moveTo>
                <a:lnTo>
                  <a:pt x="435343" y="1296586"/>
                </a:lnTo>
                <a:lnTo>
                  <a:pt x="870685" y="1275795"/>
                </a:lnTo>
                <a:lnTo>
                  <a:pt x="1306028" y="1269927"/>
                </a:lnTo>
                <a:lnTo>
                  <a:pt x="1741370" y="1303693"/>
                </a:lnTo>
                <a:lnTo>
                  <a:pt x="2176713" y="1386382"/>
                </a:lnTo>
                <a:lnTo>
                  <a:pt x="2612055" y="1494204"/>
                </a:lnTo>
                <a:lnTo>
                  <a:pt x="3047398" y="1643420"/>
                </a:lnTo>
                <a:lnTo>
                  <a:pt x="3482741" y="1853246"/>
                </a:lnTo>
                <a:lnTo>
                  <a:pt x="3918083" y="2143301"/>
                </a:lnTo>
                <a:lnTo>
                  <a:pt x="4353426" y="2521972"/>
                </a:lnTo>
                <a:lnTo>
                  <a:pt x="4788768" y="2966094"/>
                </a:lnTo>
                <a:lnTo>
                  <a:pt x="5224111" y="3448556"/>
                </a:lnTo>
                <a:lnTo>
                  <a:pt x="5659453" y="3942639"/>
                </a:lnTo>
                <a:lnTo>
                  <a:pt x="6094796" y="4489633"/>
                </a:lnTo>
                <a:lnTo>
                  <a:pt x="6530139" y="5085533"/>
                </a:lnTo>
                <a:lnTo>
                  <a:pt x="6965481" y="5664108"/>
                </a:lnTo>
                <a:lnTo>
                  <a:pt x="7400824" y="6159123"/>
                </a:lnTo>
                <a:lnTo>
                  <a:pt x="7836166" y="6541936"/>
                </a:lnTo>
                <a:lnTo>
                  <a:pt x="8271509" y="6860333"/>
                </a:lnTo>
                <a:lnTo>
                  <a:pt x="8706851" y="7104523"/>
                </a:lnTo>
                <a:lnTo>
                  <a:pt x="9142194" y="7261809"/>
                </a:lnTo>
                <a:lnTo>
                  <a:pt x="9577537" y="7315646"/>
                </a:lnTo>
                <a:lnTo>
                  <a:pt x="10012879" y="7246449"/>
                </a:lnTo>
                <a:lnTo>
                  <a:pt x="10448222" y="7090172"/>
                </a:lnTo>
                <a:lnTo>
                  <a:pt x="10883564" y="6890743"/>
                </a:lnTo>
                <a:lnTo>
                  <a:pt x="11318907" y="6691050"/>
                </a:lnTo>
                <a:lnTo>
                  <a:pt x="11754250" y="6473612"/>
                </a:lnTo>
                <a:lnTo>
                  <a:pt x="12189592" y="6226493"/>
                </a:lnTo>
                <a:lnTo>
                  <a:pt x="12624935" y="5965822"/>
                </a:lnTo>
                <a:lnTo>
                  <a:pt x="13060277" y="5707730"/>
                </a:lnTo>
                <a:lnTo>
                  <a:pt x="13495620" y="5454457"/>
                </a:lnTo>
                <a:lnTo>
                  <a:pt x="13930962" y="5193979"/>
                </a:lnTo>
                <a:lnTo>
                  <a:pt x="14366305" y="4935472"/>
                </a:lnTo>
                <a:lnTo>
                  <a:pt x="14801648" y="4688545"/>
                </a:lnTo>
                <a:lnTo>
                  <a:pt x="15236990" y="4459620"/>
                </a:lnTo>
                <a:lnTo>
                  <a:pt x="15672333" y="4240085"/>
                </a:lnTo>
                <a:lnTo>
                  <a:pt x="16107675" y="4032905"/>
                </a:lnTo>
                <a:lnTo>
                  <a:pt x="16543018" y="3843227"/>
                </a:lnTo>
                <a:lnTo>
                  <a:pt x="16978360" y="3675892"/>
                </a:lnTo>
                <a:lnTo>
                  <a:pt x="17413703" y="3527638"/>
                </a:lnTo>
                <a:lnTo>
                  <a:pt x="17849046" y="3398039"/>
                </a:lnTo>
                <a:lnTo>
                  <a:pt x="18284388" y="3289840"/>
                </a:lnTo>
                <a:lnTo>
                  <a:pt x="18719731" y="3205787"/>
                </a:lnTo>
                <a:lnTo>
                  <a:pt x="19155073" y="3147081"/>
                </a:lnTo>
                <a:lnTo>
                  <a:pt x="19590416" y="3112070"/>
                </a:lnTo>
                <a:lnTo>
                  <a:pt x="20025758" y="3099717"/>
                </a:lnTo>
                <a:lnTo>
                  <a:pt x="20461101" y="3108995"/>
                </a:lnTo>
                <a:lnTo>
                  <a:pt x="20896444" y="3139511"/>
                </a:lnTo>
                <a:lnTo>
                  <a:pt x="21331786" y="3192578"/>
                </a:lnTo>
                <a:lnTo>
                  <a:pt x="21767129" y="3267080"/>
                </a:lnTo>
                <a:lnTo>
                  <a:pt x="22202471" y="3361645"/>
                </a:lnTo>
                <a:lnTo>
                  <a:pt x="22637814" y="3477491"/>
                </a:lnTo>
                <a:lnTo>
                  <a:pt x="23073156" y="3641414"/>
                </a:lnTo>
                <a:lnTo>
                  <a:pt x="23508499" y="3830108"/>
                </a:lnTo>
                <a:lnTo>
                  <a:pt x="23943842" y="4004106"/>
                </a:lnTo>
                <a:lnTo>
                  <a:pt x="24379184" y="41239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728216"/>
                </a:moveTo>
                <a:lnTo>
                  <a:pt x="435343" y="1717621"/>
                </a:lnTo>
                <a:lnTo>
                  <a:pt x="870685" y="1698650"/>
                </a:lnTo>
                <a:lnTo>
                  <a:pt x="1306028" y="1690519"/>
                </a:lnTo>
                <a:lnTo>
                  <a:pt x="1741370" y="1712447"/>
                </a:lnTo>
                <a:lnTo>
                  <a:pt x="2176713" y="1769832"/>
                </a:lnTo>
                <a:lnTo>
                  <a:pt x="2612055" y="1841753"/>
                </a:lnTo>
                <a:lnTo>
                  <a:pt x="3047398" y="1946725"/>
                </a:lnTo>
                <a:lnTo>
                  <a:pt x="3482741" y="2106026"/>
                </a:lnTo>
                <a:lnTo>
                  <a:pt x="3918083" y="2340495"/>
                </a:lnTo>
                <a:lnTo>
                  <a:pt x="4353426" y="2653573"/>
                </a:lnTo>
                <a:lnTo>
                  <a:pt x="4788768" y="3025871"/>
                </a:lnTo>
                <a:lnTo>
                  <a:pt x="5224111" y="3436456"/>
                </a:lnTo>
                <a:lnTo>
                  <a:pt x="5659453" y="3864705"/>
                </a:lnTo>
                <a:lnTo>
                  <a:pt x="6094796" y="4343543"/>
                </a:lnTo>
                <a:lnTo>
                  <a:pt x="6530139" y="4869441"/>
                </a:lnTo>
                <a:lnTo>
                  <a:pt x="6965481" y="5389548"/>
                </a:lnTo>
                <a:lnTo>
                  <a:pt x="7400824" y="5851016"/>
                </a:lnTo>
                <a:lnTo>
                  <a:pt x="7836166" y="6234161"/>
                </a:lnTo>
                <a:lnTo>
                  <a:pt x="8271509" y="6579633"/>
                </a:lnTo>
                <a:lnTo>
                  <a:pt x="8706851" y="6870900"/>
                </a:lnTo>
                <a:lnTo>
                  <a:pt x="9142194" y="7088743"/>
                </a:lnTo>
                <a:lnTo>
                  <a:pt x="9577537" y="7213544"/>
                </a:lnTo>
                <a:lnTo>
                  <a:pt x="10012879" y="7239638"/>
                </a:lnTo>
                <a:lnTo>
                  <a:pt x="10448222" y="7191023"/>
                </a:lnTo>
                <a:lnTo>
                  <a:pt x="10883564" y="7094468"/>
                </a:lnTo>
                <a:lnTo>
                  <a:pt x="11318907" y="6976013"/>
                </a:lnTo>
                <a:lnTo>
                  <a:pt x="11754250" y="6821126"/>
                </a:lnTo>
                <a:lnTo>
                  <a:pt x="12189592" y="6624828"/>
                </a:lnTo>
                <a:lnTo>
                  <a:pt x="12624935" y="6402906"/>
                </a:lnTo>
                <a:lnTo>
                  <a:pt x="13060277" y="6171147"/>
                </a:lnTo>
                <a:lnTo>
                  <a:pt x="13495620" y="5930665"/>
                </a:lnTo>
                <a:lnTo>
                  <a:pt x="13930962" y="5669280"/>
                </a:lnTo>
                <a:lnTo>
                  <a:pt x="14366305" y="5398532"/>
                </a:lnTo>
                <a:lnTo>
                  <a:pt x="14801648" y="5130433"/>
                </a:lnTo>
                <a:lnTo>
                  <a:pt x="15236990" y="4872430"/>
                </a:lnTo>
                <a:lnTo>
                  <a:pt x="15672333" y="4612028"/>
                </a:lnTo>
                <a:lnTo>
                  <a:pt x="16107675" y="4355568"/>
                </a:lnTo>
                <a:lnTo>
                  <a:pt x="16543018" y="4112660"/>
                </a:lnTo>
                <a:lnTo>
                  <a:pt x="16978360" y="3892338"/>
                </a:lnTo>
                <a:lnTo>
                  <a:pt x="17413703" y="3688498"/>
                </a:lnTo>
                <a:lnTo>
                  <a:pt x="17849046" y="3500356"/>
                </a:lnTo>
                <a:lnTo>
                  <a:pt x="18284388" y="3333059"/>
                </a:lnTo>
                <a:lnTo>
                  <a:pt x="18719731" y="3191757"/>
                </a:lnTo>
                <a:lnTo>
                  <a:pt x="19155073" y="3077278"/>
                </a:lnTo>
                <a:lnTo>
                  <a:pt x="19590416" y="2986442"/>
                </a:lnTo>
                <a:lnTo>
                  <a:pt x="20025758" y="2920254"/>
                </a:lnTo>
                <a:lnTo>
                  <a:pt x="20461101" y="2879742"/>
                </a:lnTo>
                <a:lnTo>
                  <a:pt x="20896444" y="2865858"/>
                </a:lnTo>
                <a:lnTo>
                  <a:pt x="21331786" y="2878422"/>
                </a:lnTo>
                <a:lnTo>
                  <a:pt x="21767129" y="2916426"/>
                </a:lnTo>
                <a:lnTo>
                  <a:pt x="22202471" y="2978840"/>
                </a:lnTo>
                <a:lnTo>
                  <a:pt x="22637814" y="3067222"/>
                </a:lnTo>
                <a:lnTo>
                  <a:pt x="23073156" y="3208465"/>
                </a:lnTo>
                <a:lnTo>
                  <a:pt x="23508499" y="3378958"/>
                </a:lnTo>
                <a:lnTo>
                  <a:pt x="23943842" y="3538891"/>
                </a:lnTo>
                <a:lnTo>
                  <a:pt x="24379184" y="36484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139696"/>
                </a:moveTo>
                <a:lnTo>
                  <a:pt x="435343" y="2132696"/>
                </a:lnTo>
                <a:lnTo>
                  <a:pt x="870685" y="2120161"/>
                </a:lnTo>
                <a:lnTo>
                  <a:pt x="1306028" y="2114789"/>
                </a:lnTo>
                <a:lnTo>
                  <a:pt x="1741370" y="2129277"/>
                </a:lnTo>
                <a:lnTo>
                  <a:pt x="2176713" y="2164315"/>
                </a:lnTo>
                <a:lnTo>
                  <a:pt x="2612055" y="2202272"/>
                </a:lnTo>
                <a:lnTo>
                  <a:pt x="3047398" y="2264622"/>
                </a:lnTo>
                <a:lnTo>
                  <a:pt x="3482741" y="2375387"/>
                </a:lnTo>
                <a:lnTo>
                  <a:pt x="3918083" y="2557371"/>
                </a:lnTo>
                <a:lnTo>
                  <a:pt x="4353426" y="2809624"/>
                </a:lnTo>
                <a:lnTo>
                  <a:pt x="4788768" y="3115431"/>
                </a:lnTo>
                <a:lnTo>
                  <a:pt x="5224111" y="3458663"/>
                </a:lnTo>
                <a:lnTo>
                  <a:pt x="5659453" y="3823431"/>
                </a:lnTo>
                <a:lnTo>
                  <a:pt x="6094796" y="4235387"/>
                </a:lnTo>
                <a:lnTo>
                  <a:pt x="6530139" y="4691692"/>
                </a:lnTo>
                <a:lnTo>
                  <a:pt x="6965481" y="5151164"/>
                </a:lnTo>
                <a:lnTo>
                  <a:pt x="7400824" y="5572623"/>
                </a:lnTo>
                <a:lnTo>
                  <a:pt x="7836166" y="5942571"/>
                </a:lnTo>
                <a:lnTo>
                  <a:pt x="8271509" y="6294146"/>
                </a:lnTo>
                <a:lnTo>
                  <a:pt x="8706851" y="6609404"/>
                </a:lnTo>
                <a:lnTo>
                  <a:pt x="9142194" y="6868099"/>
                </a:lnTo>
                <a:lnTo>
                  <a:pt x="9577537" y="7052147"/>
                </a:lnTo>
                <a:lnTo>
                  <a:pt x="10012879" y="7167008"/>
                </a:lnTo>
                <a:lnTo>
                  <a:pt x="10448222" y="7223467"/>
                </a:lnTo>
                <a:lnTo>
                  <a:pt x="10883564" y="7230789"/>
                </a:lnTo>
                <a:lnTo>
                  <a:pt x="11318907" y="7197875"/>
                </a:lnTo>
                <a:lnTo>
                  <a:pt x="11754250" y="7115212"/>
                </a:lnTo>
                <a:lnTo>
                  <a:pt x="12189592" y="6983730"/>
                </a:lnTo>
                <a:lnTo>
                  <a:pt x="12624935" y="6815782"/>
                </a:lnTo>
                <a:lnTo>
                  <a:pt x="13060277" y="6623724"/>
                </a:lnTo>
                <a:lnTo>
                  <a:pt x="13495620" y="6406074"/>
                </a:lnTo>
                <a:lnTo>
                  <a:pt x="13930962" y="6152392"/>
                </a:lnTo>
                <a:lnTo>
                  <a:pt x="14366305" y="5877310"/>
                </a:lnTo>
                <a:lnTo>
                  <a:pt x="14801648" y="5595927"/>
                </a:lnTo>
                <a:lnTo>
                  <a:pt x="15236990" y="5317557"/>
                </a:lnTo>
                <a:lnTo>
                  <a:pt x="15672333" y="5026341"/>
                </a:lnTo>
                <a:lnTo>
                  <a:pt x="16107675" y="4730478"/>
                </a:lnTo>
                <a:lnTo>
                  <a:pt x="16543018" y="4442324"/>
                </a:lnTo>
                <a:lnTo>
                  <a:pt x="16978360" y="4173387"/>
                </a:lnTo>
                <a:lnTo>
                  <a:pt x="17413703" y="3913819"/>
                </a:lnTo>
                <a:lnTo>
                  <a:pt x="17849046" y="3664106"/>
                </a:lnTo>
                <a:lnTo>
                  <a:pt x="18284388" y="3433858"/>
                </a:lnTo>
                <a:lnTo>
                  <a:pt x="18719731" y="3232683"/>
                </a:lnTo>
                <a:lnTo>
                  <a:pt x="19155073" y="3062064"/>
                </a:lnTo>
                <a:lnTo>
                  <a:pt x="19590416" y="2916061"/>
                </a:lnTo>
                <a:lnTo>
                  <a:pt x="20025758" y="2796686"/>
                </a:lnTo>
                <a:lnTo>
                  <a:pt x="20461101" y="2705998"/>
                </a:lnTo>
                <a:lnTo>
                  <a:pt x="20896444" y="2645415"/>
                </a:lnTo>
                <a:lnTo>
                  <a:pt x="21331786" y="2613612"/>
                </a:lnTo>
                <a:lnTo>
                  <a:pt x="21767129" y="2610390"/>
                </a:lnTo>
                <a:lnTo>
                  <a:pt x="22202471" y="2635749"/>
                </a:lnTo>
                <a:lnTo>
                  <a:pt x="22637814" y="2692180"/>
                </a:lnTo>
                <a:lnTo>
                  <a:pt x="23073156" y="2805954"/>
                </a:lnTo>
                <a:lnTo>
                  <a:pt x="23508499" y="2953369"/>
                </a:lnTo>
                <a:lnTo>
                  <a:pt x="23943842" y="3094958"/>
                </a:lnTo>
                <a:lnTo>
                  <a:pt x="24379184" y="31912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108960"/>
                </a:moveTo>
                <a:lnTo>
                  <a:pt x="435343" y="3010013"/>
                </a:lnTo>
                <a:lnTo>
                  <a:pt x="870685" y="2863681"/>
                </a:lnTo>
                <a:lnTo>
                  <a:pt x="1306028" y="2714234"/>
                </a:lnTo>
                <a:lnTo>
                  <a:pt x="1741370" y="2605942"/>
                </a:lnTo>
                <a:lnTo>
                  <a:pt x="2176713" y="2562519"/>
                </a:lnTo>
                <a:lnTo>
                  <a:pt x="2612055" y="2550695"/>
                </a:lnTo>
                <a:lnTo>
                  <a:pt x="3047398" y="2576902"/>
                </a:lnTo>
                <a:lnTo>
                  <a:pt x="3482741" y="2651094"/>
                </a:lnTo>
                <a:lnTo>
                  <a:pt x="3918083" y="2783364"/>
                </a:lnTo>
                <a:lnTo>
                  <a:pt x="4353426" y="2977635"/>
                </a:lnTo>
                <a:lnTo>
                  <a:pt x="4788768" y="3222363"/>
                </a:lnTo>
                <a:lnTo>
                  <a:pt x="5224111" y="3504163"/>
                </a:lnTo>
                <a:lnTo>
                  <a:pt x="5659453" y="3809844"/>
                </a:lnTo>
                <a:lnTo>
                  <a:pt x="6094796" y="4159520"/>
                </a:lnTo>
                <a:lnTo>
                  <a:pt x="6530139" y="4551328"/>
                </a:lnTo>
                <a:lnTo>
                  <a:pt x="6965481" y="4953009"/>
                </a:lnTo>
                <a:lnTo>
                  <a:pt x="7400824" y="5332304"/>
                </a:lnTo>
                <a:lnTo>
                  <a:pt x="7836166" y="5679213"/>
                </a:lnTo>
                <a:lnTo>
                  <a:pt x="8271509" y="6020149"/>
                </a:lnTo>
                <a:lnTo>
                  <a:pt x="8706851" y="6339483"/>
                </a:lnTo>
                <a:lnTo>
                  <a:pt x="9142194" y="6619711"/>
                </a:lnTo>
                <a:lnTo>
                  <a:pt x="9577537" y="6846999"/>
                </a:lnTo>
                <a:lnTo>
                  <a:pt x="10012879" y="7034009"/>
                </a:lnTo>
                <a:lnTo>
                  <a:pt x="10448222" y="7179986"/>
                </a:lnTo>
                <a:lnTo>
                  <a:pt x="10883564" y="7279784"/>
                </a:lnTo>
                <a:lnTo>
                  <a:pt x="11318907" y="7328243"/>
                </a:lnTo>
                <a:lnTo>
                  <a:pt x="11754250" y="7322164"/>
                </a:lnTo>
                <a:lnTo>
                  <a:pt x="12189592" y="7266051"/>
                </a:lnTo>
                <a:lnTo>
                  <a:pt x="12624935" y="7166081"/>
                </a:lnTo>
                <a:lnTo>
                  <a:pt x="13060277" y="7028432"/>
                </a:lnTo>
                <a:lnTo>
                  <a:pt x="13495620" y="6849243"/>
                </a:lnTo>
                <a:lnTo>
                  <a:pt x="13930962" y="6622095"/>
                </a:lnTo>
                <a:lnTo>
                  <a:pt x="14366305" y="6361720"/>
                </a:lnTo>
                <a:lnTo>
                  <a:pt x="14801648" y="6083218"/>
                </a:lnTo>
                <a:lnTo>
                  <a:pt x="15236990" y="5795090"/>
                </a:lnTo>
                <a:lnTo>
                  <a:pt x="15672333" y="5479040"/>
                </a:lnTo>
                <a:lnTo>
                  <a:pt x="16107675" y="5146975"/>
                </a:lnTo>
                <a:lnTo>
                  <a:pt x="16543018" y="4815711"/>
                </a:lnTo>
                <a:lnTo>
                  <a:pt x="16978360" y="4500914"/>
                </a:lnTo>
                <a:lnTo>
                  <a:pt x="17413703" y="4189205"/>
                </a:lnTo>
                <a:lnTo>
                  <a:pt x="17849046" y="3881227"/>
                </a:lnTo>
                <a:lnTo>
                  <a:pt x="18284388" y="3590020"/>
                </a:lnTo>
                <a:lnTo>
                  <a:pt x="18719731" y="3328626"/>
                </a:lnTo>
                <a:lnTo>
                  <a:pt x="19155073" y="3098255"/>
                </a:lnTo>
                <a:lnTo>
                  <a:pt x="19590416" y="2890800"/>
                </a:lnTo>
                <a:lnTo>
                  <a:pt x="20025758" y="2710651"/>
                </a:lnTo>
                <a:lnTo>
                  <a:pt x="20461101" y="2562268"/>
                </a:lnTo>
                <a:lnTo>
                  <a:pt x="20896444" y="2448406"/>
                </a:lnTo>
                <a:lnTo>
                  <a:pt x="21331786" y="2365546"/>
                </a:lnTo>
                <a:lnTo>
                  <a:pt x="21767129" y="2314469"/>
                </a:lnTo>
                <a:lnTo>
                  <a:pt x="22202471" y="2296549"/>
                </a:lnTo>
                <a:lnTo>
                  <a:pt x="22637814" y="2315506"/>
                </a:lnTo>
                <a:lnTo>
                  <a:pt x="23073156" y="2396631"/>
                </a:lnTo>
                <a:lnTo>
                  <a:pt x="23508499" y="2516236"/>
                </a:lnTo>
                <a:lnTo>
                  <a:pt x="23943842" y="2635541"/>
                </a:lnTo>
                <a:lnTo>
                  <a:pt x="24379184" y="27157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953512"/>
                </a:moveTo>
                <a:lnTo>
                  <a:pt x="435343" y="2953323"/>
                </a:lnTo>
                <a:lnTo>
                  <a:pt x="870685" y="2952984"/>
                </a:lnTo>
                <a:lnTo>
                  <a:pt x="1306028" y="2952839"/>
                </a:lnTo>
                <a:lnTo>
                  <a:pt x="1741370" y="2953230"/>
                </a:lnTo>
                <a:lnTo>
                  <a:pt x="2176713" y="2945841"/>
                </a:lnTo>
                <a:lnTo>
                  <a:pt x="2612055" y="2919170"/>
                </a:lnTo>
                <a:lnTo>
                  <a:pt x="3047398" y="2900559"/>
                </a:lnTo>
                <a:lnTo>
                  <a:pt x="3482741" y="2919522"/>
                </a:lnTo>
                <a:lnTo>
                  <a:pt x="3918083" y="3002955"/>
                </a:lnTo>
                <a:lnTo>
                  <a:pt x="4353426" y="3142236"/>
                </a:lnTo>
                <a:lnTo>
                  <a:pt x="4788768" y="3324811"/>
                </a:lnTo>
                <a:lnTo>
                  <a:pt x="5224111" y="3542444"/>
                </a:lnTo>
                <a:lnTo>
                  <a:pt x="5659453" y="3787030"/>
                </a:lnTo>
                <a:lnTo>
                  <a:pt x="6094796" y="4073081"/>
                </a:lnTo>
                <a:lnTo>
                  <a:pt x="6530139" y="4398553"/>
                </a:lnTo>
                <a:lnTo>
                  <a:pt x="6965481" y="4740111"/>
                </a:lnTo>
                <a:lnTo>
                  <a:pt x="7400824" y="5074418"/>
                </a:lnTo>
                <a:lnTo>
                  <a:pt x="7836166" y="5395810"/>
                </a:lnTo>
                <a:lnTo>
                  <a:pt x="8271509" y="5724642"/>
                </a:lnTo>
                <a:lnTo>
                  <a:pt x="8706851" y="6045290"/>
                </a:lnTo>
                <a:lnTo>
                  <a:pt x="9142194" y="6340596"/>
                </a:lnTo>
                <a:lnTo>
                  <a:pt x="9577537" y="6597805"/>
                </a:lnTo>
                <a:lnTo>
                  <a:pt x="10012879" y="6832915"/>
                </a:lnTo>
                <a:lnTo>
                  <a:pt x="10448222" y="7040640"/>
                </a:lnTo>
                <a:lnTo>
                  <a:pt x="10883564" y="7210000"/>
                </a:lnTo>
                <a:lnTo>
                  <a:pt x="11318907" y="7330306"/>
                </a:lnTo>
                <a:lnTo>
                  <a:pt x="11754250" y="7407325"/>
                </a:lnTo>
                <a:lnTo>
                  <a:pt x="12189592" y="7443216"/>
                </a:lnTo>
                <a:lnTo>
                  <a:pt x="12624935" y="7431800"/>
                </a:lnTo>
                <a:lnTo>
                  <a:pt x="13060277" y="7366901"/>
                </a:lnTo>
                <a:lnTo>
                  <a:pt x="13495620" y="7240045"/>
                </a:lnTo>
                <a:lnTo>
                  <a:pt x="13930962" y="7052903"/>
                </a:lnTo>
                <a:lnTo>
                  <a:pt x="14366305" y="6820074"/>
                </a:lnTo>
                <a:lnTo>
                  <a:pt x="14801648" y="6556315"/>
                </a:lnTo>
                <a:lnTo>
                  <a:pt x="15236990" y="6269051"/>
                </a:lnTo>
                <a:lnTo>
                  <a:pt x="15672333" y="5937758"/>
                </a:lnTo>
                <a:lnTo>
                  <a:pt x="16107675" y="5578096"/>
                </a:lnTo>
                <a:lnTo>
                  <a:pt x="16543018" y="5211341"/>
                </a:lnTo>
                <a:lnTo>
                  <a:pt x="16978360" y="4857342"/>
                </a:lnTo>
                <a:lnTo>
                  <a:pt x="17413703" y="4499648"/>
                </a:lnTo>
                <a:lnTo>
                  <a:pt x="17849046" y="4138715"/>
                </a:lnTo>
                <a:lnTo>
                  <a:pt x="18284388" y="3790331"/>
                </a:lnTo>
                <a:lnTo>
                  <a:pt x="18719731" y="3470281"/>
                </a:lnTo>
                <a:lnTo>
                  <a:pt x="19155073" y="3178501"/>
                </a:lnTo>
                <a:lnTo>
                  <a:pt x="19590416" y="2905093"/>
                </a:lnTo>
                <a:lnTo>
                  <a:pt x="20025758" y="2658531"/>
                </a:lnTo>
                <a:lnTo>
                  <a:pt x="20461101" y="2447397"/>
                </a:lnTo>
                <a:lnTo>
                  <a:pt x="20896444" y="2276963"/>
                </a:lnTo>
                <a:lnTo>
                  <a:pt x="21331786" y="2140410"/>
                </a:lnTo>
                <a:lnTo>
                  <a:pt x="21767129" y="2039338"/>
                </a:lnTo>
                <a:lnTo>
                  <a:pt x="22202471" y="1976490"/>
                </a:lnTo>
                <a:lnTo>
                  <a:pt x="22637814" y="1956839"/>
                </a:lnTo>
                <a:lnTo>
                  <a:pt x="23073156" y="2004923"/>
                </a:lnTo>
                <a:lnTo>
                  <a:pt x="23508499" y="2096863"/>
                </a:lnTo>
                <a:lnTo>
                  <a:pt x="23943842" y="2194223"/>
                </a:lnTo>
                <a:lnTo>
                  <a:pt x="24379184" y="22585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300984"/>
                </a:moveTo>
                <a:lnTo>
                  <a:pt x="435343" y="3302876"/>
                </a:lnTo>
                <a:lnTo>
                  <a:pt x="870685" y="3306264"/>
                </a:lnTo>
                <a:lnTo>
                  <a:pt x="1306028" y="3307716"/>
                </a:lnTo>
                <a:lnTo>
                  <a:pt x="1741370" y="3303800"/>
                </a:lnTo>
                <a:lnTo>
                  <a:pt x="2176713" y="3284625"/>
                </a:lnTo>
                <a:lnTo>
                  <a:pt x="2612055" y="3242121"/>
                </a:lnTo>
                <a:lnTo>
                  <a:pt x="3047398" y="3201641"/>
                </a:lnTo>
                <a:lnTo>
                  <a:pt x="3482741" y="3190296"/>
                </a:lnTo>
                <a:lnTo>
                  <a:pt x="3918083" y="3232128"/>
                </a:lnTo>
                <a:lnTo>
                  <a:pt x="4353426" y="3314787"/>
                </a:lnTo>
                <a:lnTo>
                  <a:pt x="4788768" y="3431483"/>
                </a:lnTo>
                <a:lnTo>
                  <a:pt x="5224111" y="3581529"/>
                </a:lnTo>
                <a:lnTo>
                  <a:pt x="5659453" y="3764317"/>
                </a:lnTo>
                <a:lnTo>
                  <a:pt x="6094796" y="3990999"/>
                </a:lnTo>
                <a:lnTo>
                  <a:pt x="6530139" y="4257225"/>
                </a:lnTo>
                <a:lnTo>
                  <a:pt x="6965481" y="4544808"/>
                </a:lnTo>
                <a:lnTo>
                  <a:pt x="7400824" y="4835559"/>
                </a:lnTo>
                <a:lnTo>
                  <a:pt x="7836166" y="5125066"/>
                </a:lnTo>
                <a:lnTo>
                  <a:pt x="8271509" y="5429197"/>
                </a:lnTo>
                <a:lnTo>
                  <a:pt x="8706851" y="5735766"/>
                </a:lnTo>
                <a:lnTo>
                  <a:pt x="9142194" y="6031388"/>
                </a:lnTo>
                <a:lnTo>
                  <a:pt x="9577537" y="6307101"/>
                </a:lnTo>
                <a:lnTo>
                  <a:pt x="10012879" y="6579742"/>
                </a:lnTo>
                <a:lnTo>
                  <a:pt x="10448222" y="6839659"/>
                </a:lnTo>
                <a:lnTo>
                  <a:pt x="10883564" y="7071065"/>
                </a:lnTo>
                <a:lnTo>
                  <a:pt x="11318907" y="7258756"/>
                </a:lnTo>
                <a:lnTo>
                  <a:pt x="11754250" y="7417301"/>
                </a:lnTo>
                <a:lnTo>
                  <a:pt x="12189592" y="7546086"/>
                </a:lnTo>
                <a:lnTo>
                  <a:pt x="12624935" y="7626579"/>
                </a:lnTo>
                <a:lnTo>
                  <a:pt x="13060277" y="7640249"/>
                </a:lnTo>
                <a:lnTo>
                  <a:pt x="13495620" y="7574574"/>
                </a:lnTo>
                <a:lnTo>
                  <a:pt x="13930962" y="7439537"/>
                </a:lnTo>
                <a:lnTo>
                  <a:pt x="14366305" y="7248254"/>
                </a:lnTo>
                <a:lnTo>
                  <a:pt x="14801648" y="7013765"/>
                </a:lnTo>
                <a:lnTo>
                  <a:pt x="15236990" y="6741932"/>
                </a:lnTo>
                <a:lnTo>
                  <a:pt x="15672333" y="6412517"/>
                </a:lnTo>
                <a:lnTo>
                  <a:pt x="16107675" y="6042553"/>
                </a:lnTo>
                <a:lnTo>
                  <a:pt x="16543018" y="5654691"/>
                </a:lnTo>
                <a:lnTo>
                  <a:pt x="16978360" y="5269899"/>
                </a:lnTo>
                <a:lnTo>
                  <a:pt x="17413703" y="4867674"/>
                </a:lnTo>
                <a:lnTo>
                  <a:pt x="17849046" y="4450736"/>
                </a:lnTo>
                <a:lnTo>
                  <a:pt x="18284388" y="4040362"/>
                </a:lnTo>
                <a:lnTo>
                  <a:pt x="18719731" y="3657830"/>
                </a:lnTo>
                <a:lnTo>
                  <a:pt x="19155073" y="3302344"/>
                </a:lnTo>
                <a:lnTo>
                  <a:pt x="19590416" y="2960518"/>
                </a:lnTo>
                <a:lnTo>
                  <a:pt x="20025758" y="2645250"/>
                </a:lnTo>
                <a:lnTo>
                  <a:pt x="20461101" y="2369579"/>
                </a:lnTo>
                <a:lnTo>
                  <a:pt x="20896444" y="2141935"/>
                </a:lnTo>
                <a:lnTo>
                  <a:pt x="21331786" y="1952789"/>
                </a:lnTo>
                <a:lnTo>
                  <a:pt x="21767129" y="1803002"/>
                </a:lnTo>
                <a:lnTo>
                  <a:pt x="22202471" y="1694978"/>
                </a:lnTo>
                <a:lnTo>
                  <a:pt x="22637814" y="1633175"/>
                </a:lnTo>
                <a:lnTo>
                  <a:pt x="23073156" y="1640206"/>
                </a:lnTo>
                <a:lnTo>
                  <a:pt x="23508499" y="1694147"/>
                </a:lnTo>
                <a:lnTo>
                  <a:pt x="23943842" y="1759650"/>
                </a:lnTo>
                <a:lnTo>
                  <a:pt x="24379184" y="18013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630168"/>
                </a:moveTo>
                <a:lnTo>
                  <a:pt x="435343" y="3633573"/>
                </a:lnTo>
                <a:lnTo>
                  <a:pt x="870685" y="3639671"/>
                </a:lnTo>
                <a:lnTo>
                  <a:pt x="1306028" y="3642285"/>
                </a:lnTo>
                <a:lnTo>
                  <a:pt x="1741370" y="3635237"/>
                </a:lnTo>
                <a:lnTo>
                  <a:pt x="2176713" y="3608176"/>
                </a:lnTo>
                <a:lnTo>
                  <a:pt x="2612055" y="3556432"/>
                </a:lnTo>
                <a:lnTo>
                  <a:pt x="3047398" y="3501714"/>
                </a:lnTo>
                <a:lnTo>
                  <a:pt x="3482741" y="3467016"/>
                </a:lnTo>
                <a:lnTo>
                  <a:pt x="3918083" y="3472005"/>
                </a:lnTo>
                <a:lnTo>
                  <a:pt x="4353426" y="3501416"/>
                </a:lnTo>
                <a:lnTo>
                  <a:pt x="4788768" y="3554620"/>
                </a:lnTo>
                <a:lnTo>
                  <a:pt x="5224111" y="3638482"/>
                </a:lnTo>
                <a:lnTo>
                  <a:pt x="5659453" y="3759889"/>
                </a:lnTo>
                <a:lnTo>
                  <a:pt x="6094796" y="3926419"/>
                </a:lnTo>
                <a:lnTo>
                  <a:pt x="6530139" y="4131509"/>
                </a:lnTo>
                <a:lnTo>
                  <a:pt x="6965481" y="4362461"/>
                </a:lnTo>
                <a:lnTo>
                  <a:pt x="7400824" y="4606577"/>
                </a:lnTo>
                <a:lnTo>
                  <a:pt x="7836166" y="4861588"/>
                </a:lnTo>
                <a:lnTo>
                  <a:pt x="8271509" y="5139218"/>
                </a:lnTo>
                <a:lnTo>
                  <a:pt x="8706851" y="5428727"/>
                </a:lnTo>
                <a:lnTo>
                  <a:pt x="9142194" y="5718447"/>
                </a:lnTo>
                <a:lnTo>
                  <a:pt x="9577537" y="6000607"/>
                </a:lnTo>
                <a:lnTo>
                  <a:pt x="10012879" y="6290071"/>
                </a:lnTo>
                <a:lnTo>
                  <a:pt x="10448222" y="6578188"/>
                </a:lnTo>
                <a:lnTo>
                  <a:pt x="10883564" y="6850889"/>
                </a:lnTo>
                <a:lnTo>
                  <a:pt x="11318907" y="7094907"/>
                </a:lnTo>
                <a:lnTo>
                  <a:pt x="11754250" y="7334587"/>
                </a:lnTo>
                <a:lnTo>
                  <a:pt x="12189592" y="7562659"/>
                </a:lnTo>
                <a:lnTo>
                  <a:pt x="12624935" y="7745151"/>
                </a:lnTo>
                <a:lnTo>
                  <a:pt x="13060277" y="7848086"/>
                </a:lnTo>
                <a:lnTo>
                  <a:pt x="13495620" y="7854274"/>
                </a:lnTo>
                <a:lnTo>
                  <a:pt x="13930962" y="7784237"/>
                </a:lnTo>
                <a:lnTo>
                  <a:pt x="14366305" y="7648309"/>
                </a:lnTo>
                <a:lnTo>
                  <a:pt x="14801648" y="7456442"/>
                </a:lnTo>
                <a:lnTo>
                  <a:pt x="15236990" y="7211946"/>
                </a:lnTo>
                <a:lnTo>
                  <a:pt x="15672333" y="6895884"/>
                </a:lnTo>
                <a:lnTo>
                  <a:pt x="16107675" y="6526567"/>
                </a:lnTo>
                <a:lnTo>
                  <a:pt x="16543018" y="6127675"/>
                </a:lnTo>
                <a:lnTo>
                  <a:pt x="16978360" y="5720990"/>
                </a:lnTo>
                <a:lnTo>
                  <a:pt x="17413703" y="5282513"/>
                </a:lnTo>
                <a:lnTo>
                  <a:pt x="17849046" y="4817003"/>
                </a:lnTo>
                <a:lnTo>
                  <a:pt x="18284388" y="4350544"/>
                </a:lnTo>
                <a:lnTo>
                  <a:pt x="18719731" y="3909215"/>
                </a:lnTo>
                <a:lnTo>
                  <a:pt x="19155073" y="3491478"/>
                </a:lnTo>
                <a:lnTo>
                  <a:pt x="19590416" y="3080894"/>
                </a:lnTo>
                <a:lnTo>
                  <a:pt x="20025758" y="2694437"/>
                </a:lnTo>
                <a:lnTo>
                  <a:pt x="20461101" y="2349268"/>
                </a:lnTo>
                <a:lnTo>
                  <a:pt x="20896444" y="2055854"/>
                </a:lnTo>
                <a:lnTo>
                  <a:pt x="21331786" y="1800395"/>
                </a:lnTo>
                <a:lnTo>
                  <a:pt x="21767129" y="1586390"/>
                </a:lnTo>
                <a:lnTo>
                  <a:pt x="22202471" y="1419674"/>
                </a:lnTo>
                <a:lnTo>
                  <a:pt x="22637814" y="1307822"/>
                </a:lnTo>
                <a:lnTo>
                  <a:pt x="23073156" y="1271450"/>
                </a:lnTo>
                <a:lnTo>
                  <a:pt x="23508499" y="1288263"/>
                </a:lnTo>
                <a:lnTo>
                  <a:pt x="23943842" y="1323941"/>
                </a:lnTo>
                <a:lnTo>
                  <a:pt x="24379184" y="13441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13048"/>
                </a:moveTo>
                <a:lnTo>
                  <a:pt x="435343" y="3814940"/>
                </a:lnTo>
                <a:lnTo>
                  <a:pt x="870685" y="3818328"/>
                </a:lnTo>
                <a:lnTo>
                  <a:pt x="1306028" y="3819780"/>
                </a:lnTo>
                <a:lnTo>
                  <a:pt x="1741370" y="3815864"/>
                </a:lnTo>
                <a:lnTo>
                  <a:pt x="2176713" y="3802240"/>
                </a:lnTo>
                <a:lnTo>
                  <a:pt x="2612055" y="3778177"/>
                </a:lnTo>
                <a:lnTo>
                  <a:pt x="3047398" y="3751210"/>
                </a:lnTo>
                <a:lnTo>
                  <a:pt x="3482741" y="3729232"/>
                </a:lnTo>
                <a:lnTo>
                  <a:pt x="3918083" y="3717266"/>
                </a:lnTo>
                <a:lnTo>
                  <a:pt x="4353426" y="3698550"/>
                </a:lnTo>
                <a:lnTo>
                  <a:pt x="4788768" y="3685202"/>
                </a:lnTo>
                <a:lnTo>
                  <a:pt x="5224111" y="3697470"/>
                </a:lnTo>
                <a:lnTo>
                  <a:pt x="5659453" y="3755549"/>
                </a:lnTo>
                <a:lnTo>
                  <a:pt x="6094796" y="3864126"/>
                </a:lnTo>
                <a:lnTo>
                  <a:pt x="6530139" y="4011262"/>
                </a:lnTo>
                <a:lnTo>
                  <a:pt x="6965481" y="4188379"/>
                </a:lnTo>
                <a:lnTo>
                  <a:pt x="7400824" y="4386895"/>
                </a:lnTo>
                <a:lnTo>
                  <a:pt x="7836166" y="4605882"/>
                </a:lnTo>
                <a:lnTo>
                  <a:pt x="8271509" y="4853737"/>
                </a:lnTo>
                <a:lnTo>
                  <a:pt x="8706851" y="5121550"/>
                </a:lnTo>
                <a:lnTo>
                  <a:pt x="9142194" y="5399711"/>
                </a:lnTo>
                <a:lnTo>
                  <a:pt x="9577537" y="5681925"/>
                </a:lnTo>
                <a:lnTo>
                  <a:pt x="10012879" y="5980896"/>
                </a:lnTo>
                <a:lnTo>
                  <a:pt x="10448222" y="6288913"/>
                </a:lnTo>
                <a:lnTo>
                  <a:pt x="10883564" y="6593621"/>
                </a:lnTo>
                <a:lnTo>
                  <a:pt x="11318907" y="6883598"/>
                </a:lnTo>
                <a:lnTo>
                  <a:pt x="11754250" y="7189167"/>
                </a:lnTo>
                <a:lnTo>
                  <a:pt x="12189592" y="7498652"/>
                </a:lnTo>
                <a:lnTo>
                  <a:pt x="12624935" y="7768468"/>
                </a:lnTo>
                <a:lnTo>
                  <a:pt x="13060277" y="7955032"/>
                </a:lnTo>
                <a:lnTo>
                  <a:pt x="13495620" y="8041281"/>
                </a:lnTo>
                <a:lnTo>
                  <a:pt x="13930962" y="8055464"/>
                </a:lnTo>
                <a:lnTo>
                  <a:pt x="14366305" y="7998969"/>
                </a:lnTo>
                <a:lnTo>
                  <a:pt x="14801648" y="7872483"/>
                </a:lnTo>
                <a:lnTo>
                  <a:pt x="15236990" y="7672030"/>
                </a:lnTo>
                <a:lnTo>
                  <a:pt x="15672333" y="7383707"/>
                </a:lnTo>
                <a:lnTo>
                  <a:pt x="16107675" y="7027944"/>
                </a:lnTo>
                <a:lnTo>
                  <a:pt x="16543018" y="6629450"/>
                </a:lnTo>
                <a:lnTo>
                  <a:pt x="16978360" y="6210847"/>
                </a:lnTo>
                <a:lnTo>
                  <a:pt x="17413703" y="5745098"/>
                </a:lnTo>
                <a:lnTo>
                  <a:pt x="17849046" y="5238660"/>
                </a:lnTo>
                <a:lnTo>
                  <a:pt x="18284388" y="4721733"/>
                </a:lnTo>
                <a:lnTo>
                  <a:pt x="18719731" y="4224517"/>
                </a:lnTo>
                <a:lnTo>
                  <a:pt x="19155073" y="3743727"/>
                </a:lnTo>
                <a:lnTo>
                  <a:pt x="19590416" y="3260240"/>
                </a:lnTo>
                <a:lnTo>
                  <a:pt x="20025758" y="2796825"/>
                </a:lnTo>
                <a:lnTo>
                  <a:pt x="20461101" y="2376476"/>
                </a:lnTo>
                <a:lnTo>
                  <a:pt x="20896444" y="2012880"/>
                </a:lnTo>
                <a:lnTo>
                  <a:pt x="21331786" y="1686863"/>
                </a:lnTo>
                <a:lnTo>
                  <a:pt x="21767129" y="1404394"/>
                </a:lnTo>
                <a:lnTo>
                  <a:pt x="22202471" y="1174741"/>
                </a:lnTo>
                <a:lnTo>
                  <a:pt x="22637814" y="1008551"/>
                </a:lnTo>
                <a:lnTo>
                  <a:pt x="23073156" y="923988"/>
                </a:lnTo>
                <a:lnTo>
                  <a:pt x="23508499" y="898795"/>
                </a:lnTo>
                <a:lnTo>
                  <a:pt x="23943842" y="900371"/>
                </a:lnTo>
                <a:lnTo>
                  <a:pt x="24379184" y="896112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40480"/>
                </a:moveTo>
                <a:lnTo>
                  <a:pt x="435343" y="3840480"/>
                </a:lnTo>
                <a:lnTo>
                  <a:pt x="870685" y="3840480"/>
                </a:lnTo>
                <a:lnTo>
                  <a:pt x="1306028" y="3840480"/>
                </a:lnTo>
                <a:lnTo>
                  <a:pt x="1741370" y="3840480"/>
                </a:lnTo>
                <a:lnTo>
                  <a:pt x="2176713" y="3840480"/>
                </a:lnTo>
                <a:lnTo>
                  <a:pt x="2612055" y="3840480"/>
                </a:lnTo>
                <a:lnTo>
                  <a:pt x="3047398" y="3840480"/>
                </a:lnTo>
                <a:lnTo>
                  <a:pt x="3482741" y="3840480"/>
                </a:lnTo>
                <a:lnTo>
                  <a:pt x="3918083" y="3839750"/>
                </a:lnTo>
                <a:lnTo>
                  <a:pt x="4353426" y="3833428"/>
                </a:lnTo>
                <a:lnTo>
                  <a:pt x="4788768" y="3826720"/>
                </a:lnTo>
                <a:lnTo>
                  <a:pt x="5224111" y="3827174"/>
                </a:lnTo>
                <a:lnTo>
                  <a:pt x="5659453" y="3842235"/>
                </a:lnTo>
                <a:lnTo>
                  <a:pt x="6094796" y="3860983"/>
                </a:lnTo>
                <a:lnTo>
                  <a:pt x="6530139" y="3884288"/>
                </a:lnTo>
                <a:lnTo>
                  <a:pt x="6965481" y="3929654"/>
                </a:lnTo>
                <a:lnTo>
                  <a:pt x="7400824" y="4014583"/>
                </a:lnTo>
                <a:lnTo>
                  <a:pt x="7836166" y="4150208"/>
                </a:lnTo>
                <a:lnTo>
                  <a:pt x="8271509" y="4326739"/>
                </a:lnTo>
                <a:lnTo>
                  <a:pt x="8706851" y="4536954"/>
                </a:lnTo>
                <a:lnTo>
                  <a:pt x="9142194" y="4773990"/>
                </a:lnTo>
                <a:lnTo>
                  <a:pt x="9577537" y="5032942"/>
                </a:lnTo>
                <a:lnTo>
                  <a:pt x="10012879" y="5321079"/>
                </a:lnTo>
                <a:lnTo>
                  <a:pt x="10448222" y="5635183"/>
                </a:lnTo>
                <a:lnTo>
                  <a:pt x="10883564" y="5969421"/>
                </a:lnTo>
                <a:lnTo>
                  <a:pt x="11318907" y="6318944"/>
                </a:lnTo>
                <a:lnTo>
                  <a:pt x="11754250" y="6719736"/>
                </a:lnTo>
                <a:lnTo>
                  <a:pt x="12189592" y="7153466"/>
                </a:lnTo>
                <a:lnTo>
                  <a:pt x="12624935" y="7566252"/>
                </a:lnTo>
                <a:lnTo>
                  <a:pt x="13060277" y="7904216"/>
                </a:lnTo>
                <a:lnTo>
                  <a:pt x="13495620" y="8155970"/>
                </a:lnTo>
                <a:lnTo>
                  <a:pt x="13930962" y="8360175"/>
                </a:lnTo>
                <a:lnTo>
                  <a:pt x="14366305" y="8495462"/>
                </a:lnTo>
                <a:lnTo>
                  <a:pt x="14801648" y="8539182"/>
                </a:lnTo>
                <a:lnTo>
                  <a:pt x="15236990" y="8470737"/>
                </a:lnTo>
                <a:lnTo>
                  <a:pt x="15672333" y="8294058"/>
                </a:lnTo>
                <a:lnTo>
                  <a:pt x="16107675" y="8027060"/>
                </a:lnTo>
                <a:lnTo>
                  <a:pt x="16543018" y="7687590"/>
                </a:lnTo>
                <a:lnTo>
                  <a:pt x="16978360" y="7291419"/>
                </a:lnTo>
                <a:lnTo>
                  <a:pt x="17413703" y="6808601"/>
                </a:lnTo>
                <a:lnTo>
                  <a:pt x="17849046" y="6251585"/>
                </a:lnTo>
                <a:lnTo>
                  <a:pt x="18284388" y="5657779"/>
                </a:lnTo>
                <a:lnTo>
                  <a:pt x="18719731" y="5064588"/>
                </a:lnTo>
                <a:lnTo>
                  <a:pt x="19155073" y="4463488"/>
                </a:lnTo>
                <a:lnTo>
                  <a:pt x="19590416" y="3830537"/>
                </a:lnTo>
                <a:lnTo>
                  <a:pt x="20025758" y="3203165"/>
                </a:lnTo>
                <a:lnTo>
                  <a:pt x="20461101" y="2619121"/>
                </a:lnTo>
                <a:lnTo>
                  <a:pt x="20896444" y="2100028"/>
                </a:lnTo>
                <a:lnTo>
                  <a:pt x="21331786" y="1612675"/>
                </a:lnTo>
                <a:lnTo>
                  <a:pt x="21767129" y="1170103"/>
                </a:lnTo>
                <a:lnTo>
                  <a:pt x="22202471" y="791186"/>
                </a:lnTo>
                <a:lnTo>
                  <a:pt x="22637814" y="495094"/>
                </a:lnTo>
                <a:lnTo>
                  <a:pt x="23073156" y="292207"/>
                </a:lnTo>
                <a:lnTo>
                  <a:pt x="23508499" y="161202"/>
                </a:lnTo>
                <a:lnTo>
                  <a:pt x="23943842" y="75657"/>
                </a:lnTo>
                <a:lnTo>
                  <a:pt x="24379184" y="91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12161520" cy="13770864"/>
          </a:xfrm>
          <a:prstGeom prst="rect">
            <a:avLst/>
          </a:prstGeom>
          <a:solidFill>
            <a:srgbClr val="FDF1EB"/>
          </a:solidFill>
          <a:ln w="9525">
            <a:solidFill>
              <a:srgbClr val="F8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93726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The dataExports folder: one subfolder per service</a:t>
            </a:r>
            <a:endParaRPr lang="en-US" sz="2200" dirty="0"/>
          </a:p>
        </p:txBody>
      </p:sp>
      <p:pic>
        <p:nvPicPr>
          <p:cNvPr id="35" name="Screenshot" descr="Folder tree of dataExports with gmail, github, notion and supabase subfolders"/>
          <p:cNvPicPr>
            <a:picLocks noChangeAspect="1"/>
          </p:cNvPicPr>
          <p:nvPr/>
        </p:nvPicPr>
        <p:blipFill>
          <a:blip r:embed="rIdShot"/>
          <a:stretch>
            <a:fillRect/>
          </a:stretch>
        </p:blipFill>
        <p:spPr>
          <a:xfrm>
            <a:off x="914400" y="3429000"/>
            <a:ext cx="10332720" cy="5815584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13" name="Text 11"/>
          <p:cNvSpPr/>
          <p:nvPr/>
        </p:nvSpPr>
        <p:spPr>
          <a:xfrm>
            <a:off x="13167360" y="13258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97C44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Local storage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167360" y="18288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How the data is stored</a:t>
            </a:r>
            <a:endParaRPr lang="en-US" sz="6400" dirty="0"/>
          </a:p>
        </p:txBody>
      </p:sp>
      <p:sp>
        <p:nvSpPr>
          <p:cNvPr id="15" name="Shape 13"/>
          <p:cNvSpPr/>
          <p:nvPr/>
        </p:nvSpPr>
        <p:spPr>
          <a:xfrm>
            <a:off x="13898880" y="3840480"/>
            <a:ext cx="978408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50900" dist="38100" dir="27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3167360" y="3877056"/>
            <a:ext cx="1344168" cy="1618488"/>
          </a:xfrm>
          <a:prstGeom prst="rect">
            <a:avLst/>
          </a:prstGeom>
          <a:solidFill>
            <a:srgbClr val="F97C44"/>
          </a:solidFill>
          <a:ln/>
        </p:spPr>
      </p:sp>
      <p:sp>
        <p:nvSpPr>
          <p:cNvPr id="17" name="Text 15"/>
          <p:cNvSpPr/>
          <p:nvPr/>
        </p:nvSpPr>
        <p:spPr>
          <a:xfrm>
            <a:off x="13167360" y="3877056"/>
            <a:ext cx="1344168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4996159" y="4096512"/>
            <a:ext cx="8503920" cy="52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Gmail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4996159" y="4681728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JSON, one file per email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3898880" y="5852160"/>
            <a:ext cx="978408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50900" dist="38100" dir="27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3167360" y="5888736"/>
            <a:ext cx="1344168" cy="1618488"/>
          </a:xfrm>
          <a:prstGeom prst="rect">
            <a:avLst/>
          </a:prstGeom>
          <a:solidFill>
            <a:srgbClr val="F97C44"/>
          </a:solidFill>
          <a:ln/>
        </p:spPr>
      </p:sp>
      <p:sp>
        <p:nvSpPr>
          <p:cNvPr id="22" name="Text 20"/>
          <p:cNvSpPr/>
          <p:nvPr/>
        </p:nvSpPr>
        <p:spPr>
          <a:xfrm>
            <a:off x="13167360" y="5888736"/>
            <a:ext cx="1344168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GH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14996159" y="6108192"/>
            <a:ext cx="8503920" cy="52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GitHub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4996159" y="6693408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JSON, one file per issue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3898880" y="7863840"/>
            <a:ext cx="978408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50900" dist="38100" dir="27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3167360" y="7900416"/>
            <a:ext cx="1344168" cy="1618488"/>
          </a:xfrm>
          <a:prstGeom prst="rect">
            <a:avLst/>
          </a:prstGeom>
          <a:solidFill>
            <a:srgbClr val="F97C44"/>
          </a:solidFill>
          <a:ln/>
        </p:spPr>
      </p:sp>
      <p:sp>
        <p:nvSpPr>
          <p:cNvPr id="27" name="Text 25"/>
          <p:cNvSpPr/>
          <p:nvPr/>
        </p:nvSpPr>
        <p:spPr>
          <a:xfrm>
            <a:off x="13167360" y="7900416"/>
            <a:ext cx="1344168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14996159" y="8119872"/>
            <a:ext cx="8503920" cy="52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Notion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4996159" y="8705088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Markdown with a YAML metadata header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3898880" y="9875520"/>
            <a:ext cx="978408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50900" dist="38100" dir="27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3167360" y="9912096"/>
            <a:ext cx="1344168" cy="1618488"/>
          </a:xfrm>
          <a:prstGeom prst="rect">
            <a:avLst/>
          </a:prstGeom>
          <a:solidFill>
            <a:srgbClr val="F97C44"/>
          </a:solidFill>
          <a:ln/>
        </p:spPr>
      </p:sp>
      <p:sp>
        <p:nvSpPr>
          <p:cNvPr id="32" name="Text 30"/>
          <p:cNvSpPr/>
          <p:nvPr/>
        </p:nvSpPr>
        <p:spPr>
          <a:xfrm>
            <a:off x="13167360" y="9912096"/>
            <a:ext cx="1344168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4996159" y="10131552"/>
            <a:ext cx="8503920" cy="52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Supabase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14996159" y="10716768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JSON and CSV per table, plus schema.json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13167360" y="12070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 i="1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Details and reasons are in localStorageFormats.md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379184" cy="13716000"/>
          </a:xfrm>
          <a:prstGeom prst="rect">
            <a:avLst/>
          </a:prstGeom>
          <a:solidFill>
            <a:srgbClr val="FDF1EB"/>
          </a:solidFill>
          <a:ln w="9525">
            <a:solidFill>
              <a:srgbClr val="F8DC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" y="978408"/>
            <a:ext cx="22384512" cy="11750040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50900" dist="38100" dir="27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176272" y="210312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97C44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Wrap-up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176272" y="2651760"/>
            <a:ext cx="19933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Challenges and lessons learned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176272" y="46634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Challenges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12435840" y="46634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Lessons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2176272" y="5806440"/>
            <a:ext cx="685800" cy="685800"/>
          </a:xfrm>
          <a:prstGeom prst="ellipse">
            <a:avLst/>
          </a:prstGeom>
          <a:solidFill>
            <a:srgbClr val="F97C44"/>
          </a:solidFill>
          <a:ln/>
        </p:spPr>
      </p:sp>
      <p:sp>
        <p:nvSpPr>
          <p:cNvPr id="9" name="Text 7"/>
          <p:cNvSpPr/>
          <p:nvPr/>
        </p:nvSpPr>
        <p:spPr>
          <a:xfrm>
            <a:off x="2176272" y="5806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!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182112" y="5760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Gmail: Google Cloud OAuth was too heavy, so I used an app password with an IMAP MCP server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2176272" y="7909560"/>
            <a:ext cx="685800" cy="685800"/>
          </a:xfrm>
          <a:prstGeom prst="ellipse">
            <a:avLst/>
          </a:prstGeom>
          <a:solidFill>
            <a:srgbClr val="F97C44"/>
          </a:solidFill>
          <a:ln/>
        </p:spPr>
      </p:sp>
      <p:sp>
        <p:nvSpPr>
          <p:cNvPr id="12" name="Text 10"/>
          <p:cNvSpPr/>
          <p:nvPr/>
        </p:nvSpPr>
        <p:spPr>
          <a:xfrm>
            <a:off x="2176272" y="7909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!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182112" y="786384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Each service logs in differently: OAuth, token or app password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2176272" y="10012680"/>
            <a:ext cx="685800" cy="685800"/>
          </a:xfrm>
          <a:prstGeom prst="ellipse">
            <a:avLst/>
          </a:prstGeom>
          <a:solidFill>
            <a:srgbClr val="F97C44"/>
          </a:solidFill>
          <a:ln/>
        </p:spPr>
      </p:sp>
      <p:sp>
        <p:nvSpPr>
          <p:cNvPr id="15" name="Text 13"/>
          <p:cNvSpPr/>
          <p:nvPr/>
        </p:nvSpPr>
        <p:spPr>
          <a:xfrm>
            <a:off x="2176272" y="10012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!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182112" y="996696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The repo is public, so every item had to be fake data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12435840" y="5806440"/>
            <a:ext cx="685800" cy="685800"/>
          </a:xfrm>
          <a:prstGeom prst="ellipse">
            <a:avLst/>
          </a:prstGeom>
          <a:solidFill>
            <a:srgbClr val="F97C44"/>
          </a:solidFill>
          <a:ln/>
        </p:spPr>
      </p:sp>
      <p:sp>
        <p:nvSpPr>
          <p:cNvPr id="18" name="Text 16"/>
          <p:cNvSpPr/>
          <p:nvPr/>
        </p:nvSpPr>
        <p:spPr>
          <a:xfrm>
            <a:off x="12435840" y="5806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✓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3441680" y="5760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Use separate test accounts so real data never goes in the repo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2435840" y="7909560"/>
            <a:ext cx="685800" cy="685800"/>
          </a:xfrm>
          <a:prstGeom prst="ellipse">
            <a:avLst/>
          </a:prstGeom>
          <a:solidFill>
            <a:srgbClr val="F97C44"/>
          </a:solidFill>
          <a:ln/>
        </p:spPr>
      </p:sp>
      <p:sp>
        <p:nvSpPr>
          <p:cNvPr id="21" name="Text 19"/>
          <p:cNvSpPr/>
          <p:nvPr/>
        </p:nvSpPr>
        <p:spPr>
          <a:xfrm>
            <a:off x="12435840" y="7909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✓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3441680" y="786384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A skill makes the export repeatable, not a one-time script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12435840" y="10012680"/>
            <a:ext cx="685800" cy="685800"/>
          </a:xfrm>
          <a:prstGeom prst="ellipse">
            <a:avLst/>
          </a:prstGeom>
          <a:solidFill>
            <a:srgbClr val="F97C44"/>
          </a:solidFill>
          <a:ln/>
        </p:spPr>
      </p:sp>
      <p:sp>
        <p:nvSpPr>
          <p:cNvPr id="24" name="Text 22"/>
          <p:cNvSpPr/>
          <p:nvPr/>
        </p:nvSpPr>
        <p:spPr>
          <a:xfrm>
            <a:off x="12435840" y="10012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✓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3441680" y="996696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One local dashboard makes different formats searchable together</a:t>
            </a:r>
            <a:endParaRPr lang="en-US" sz="2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307592"/>
                </a:moveTo>
                <a:lnTo>
                  <a:pt x="435343" y="1296586"/>
                </a:lnTo>
                <a:lnTo>
                  <a:pt x="870685" y="1275795"/>
                </a:lnTo>
                <a:lnTo>
                  <a:pt x="1306028" y="1269927"/>
                </a:lnTo>
                <a:lnTo>
                  <a:pt x="1741370" y="1303693"/>
                </a:lnTo>
                <a:lnTo>
                  <a:pt x="2176713" y="1386382"/>
                </a:lnTo>
                <a:lnTo>
                  <a:pt x="2612055" y="1494204"/>
                </a:lnTo>
                <a:lnTo>
                  <a:pt x="3047398" y="1643420"/>
                </a:lnTo>
                <a:lnTo>
                  <a:pt x="3482741" y="1853246"/>
                </a:lnTo>
                <a:lnTo>
                  <a:pt x="3918083" y="2143301"/>
                </a:lnTo>
                <a:lnTo>
                  <a:pt x="4353426" y="2521972"/>
                </a:lnTo>
                <a:lnTo>
                  <a:pt x="4788768" y="2966094"/>
                </a:lnTo>
                <a:lnTo>
                  <a:pt x="5224111" y="3448556"/>
                </a:lnTo>
                <a:lnTo>
                  <a:pt x="5659453" y="3942639"/>
                </a:lnTo>
                <a:lnTo>
                  <a:pt x="6094796" y="4489633"/>
                </a:lnTo>
                <a:lnTo>
                  <a:pt x="6530139" y="5085533"/>
                </a:lnTo>
                <a:lnTo>
                  <a:pt x="6965481" y="5664108"/>
                </a:lnTo>
                <a:lnTo>
                  <a:pt x="7400824" y="6159123"/>
                </a:lnTo>
                <a:lnTo>
                  <a:pt x="7836166" y="6541936"/>
                </a:lnTo>
                <a:lnTo>
                  <a:pt x="8271509" y="6860333"/>
                </a:lnTo>
                <a:lnTo>
                  <a:pt x="8706851" y="7104523"/>
                </a:lnTo>
                <a:lnTo>
                  <a:pt x="9142194" y="7261809"/>
                </a:lnTo>
                <a:lnTo>
                  <a:pt x="9577537" y="7315646"/>
                </a:lnTo>
                <a:lnTo>
                  <a:pt x="10012879" y="7246449"/>
                </a:lnTo>
                <a:lnTo>
                  <a:pt x="10448222" y="7090172"/>
                </a:lnTo>
                <a:lnTo>
                  <a:pt x="10883564" y="6890743"/>
                </a:lnTo>
                <a:lnTo>
                  <a:pt x="11318907" y="6691050"/>
                </a:lnTo>
                <a:lnTo>
                  <a:pt x="11754250" y="6473612"/>
                </a:lnTo>
                <a:lnTo>
                  <a:pt x="12189592" y="6226493"/>
                </a:lnTo>
                <a:lnTo>
                  <a:pt x="12624935" y="5965822"/>
                </a:lnTo>
                <a:lnTo>
                  <a:pt x="13060277" y="5707730"/>
                </a:lnTo>
                <a:lnTo>
                  <a:pt x="13495620" y="5454457"/>
                </a:lnTo>
                <a:lnTo>
                  <a:pt x="13930962" y="5193979"/>
                </a:lnTo>
                <a:lnTo>
                  <a:pt x="14366305" y="4935472"/>
                </a:lnTo>
                <a:lnTo>
                  <a:pt x="14801648" y="4688545"/>
                </a:lnTo>
                <a:lnTo>
                  <a:pt x="15236990" y="4459620"/>
                </a:lnTo>
                <a:lnTo>
                  <a:pt x="15672333" y="4240085"/>
                </a:lnTo>
                <a:lnTo>
                  <a:pt x="16107675" y="4032905"/>
                </a:lnTo>
                <a:lnTo>
                  <a:pt x="16543018" y="3843227"/>
                </a:lnTo>
                <a:lnTo>
                  <a:pt x="16978360" y="3675892"/>
                </a:lnTo>
                <a:lnTo>
                  <a:pt x="17413703" y="3527638"/>
                </a:lnTo>
                <a:lnTo>
                  <a:pt x="17849046" y="3398039"/>
                </a:lnTo>
                <a:lnTo>
                  <a:pt x="18284388" y="3289840"/>
                </a:lnTo>
                <a:lnTo>
                  <a:pt x="18719731" y="3205787"/>
                </a:lnTo>
                <a:lnTo>
                  <a:pt x="19155073" y="3147081"/>
                </a:lnTo>
                <a:lnTo>
                  <a:pt x="19590416" y="3112070"/>
                </a:lnTo>
                <a:lnTo>
                  <a:pt x="20025758" y="3099717"/>
                </a:lnTo>
                <a:lnTo>
                  <a:pt x="20461101" y="3108995"/>
                </a:lnTo>
                <a:lnTo>
                  <a:pt x="20896444" y="3139511"/>
                </a:lnTo>
                <a:lnTo>
                  <a:pt x="21331786" y="3192578"/>
                </a:lnTo>
                <a:lnTo>
                  <a:pt x="21767129" y="3267080"/>
                </a:lnTo>
                <a:lnTo>
                  <a:pt x="22202471" y="3361645"/>
                </a:lnTo>
                <a:lnTo>
                  <a:pt x="22637814" y="3477491"/>
                </a:lnTo>
                <a:lnTo>
                  <a:pt x="23073156" y="3641414"/>
                </a:lnTo>
                <a:lnTo>
                  <a:pt x="23508499" y="3830108"/>
                </a:lnTo>
                <a:lnTo>
                  <a:pt x="23943842" y="4004106"/>
                </a:lnTo>
                <a:lnTo>
                  <a:pt x="24379184" y="41239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728216"/>
                </a:moveTo>
                <a:lnTo>
                  <a:pt x="435343" y="1717621"/>
                </a:lnTo>
                <a:lnTo>
                  <a:pt x="870685" y="1698650"/>
                </a:lnTo>
                <a:lnTo>
                  <a:pt x="1306028" y="1690519"/>
                </a:lnTo>
                <a:lnTo>
                  <a:pt x="1741370" y="1712447"/>
                </a:lnTo>
                <a:lnTo>
                  <a:pt x="2176713" y="1769832"/>
                </a:lnTo>
                <a:lnTo>
                  <a:pt x="2612055" y="1841753"/>
                </a:lnTo>
                <a:lnTo>
                  <a:pt x="3047398" y="1946725"/>
                </a:lnTo>
                <a:lnTo>
                  <a:pt x="3482741" y="2106026"/>
                </a:lnTo>
                <a:lnTo>
                  <a:pt x="3918083" y="2340495"/>
                </a:lnTo>
                <a:lnTo>
                  <a:pt x="4353426" y="2653573"/>
                </a:lnTo>
                <a:lnTo>
                  <a:pt x="4788768" y="3025871"/>
                </a:lnTo>
                <a:lnTo>
                  <a:pt x="5224111" y="3436456"/>
                </a:lnTo>
                <a:lnTo>
                  <a:pt x="5659453" y="3864705"/>
                </a:lnTo>
                <a:lnTo>
                  <a:pt x="6094796" y="4343543"/>
                </a:lnTo>
                <a:lnTo>
                  <a:pt x="6530139" y="4869441"/>
                </a:lnTo>
                <a:lnTo>
                  <a:pt x="6965481" y="5389548"/>
                </a:lnTo>
                <a:lnTo>
                  <a:pt x="7400824" y="5851016"/>
                </a:lnTo>
                <a:lnTo>
                  <a:pt x="7836166" y="6234161"/>
                </a:lnTo>
                <a:lnTo>
                  <a:pt x="8271509" y="6579633"/>
                </a:lnTo>
                <a:lnTo>
                  <a:pt x="8706851" y="6870900"/>
                </a:lnTo>
                <a:lnTo>
                  <a:pt x="9142194" y="7088743"/>
                </a:lnTo>
                <a:lnTo>
                  <a:pt x="9577537" y="7213544"/>
                </a:lnTo>
                <a:lnTo>
                  <a:pt x="10012879" y="7239638"/>
                </a:lnTo>
                <a:lnTo>
                  <a:pt x="10448222" y="7191023"/>
                </a:lnTo>
                <a:lnTo>
                  <a:pt x="10883564" y="7094468"/>
                </a:lnTo>
                <a:lnTo>
                  <a:pt x="11318907" y="6976013"/>
                </a:lnTo>
                <a:lnTo>
                  <a:pt x="11754250" y="6821126"/>
                </a:lnTo>
                <a:lnTo>
                  <a:pt x="12189592" y="6624828"/>
                </a:lnTo>
                <a:lnTo>
                  <a:pt x="12624935" y="6402906"/>
                </a:lnTo>
                <a:lnTo>
                  <a:pt x="13060277" y="6171147"/>
                </a:lnTo>
                <a:lnTo>
                  <a:pt x="13495620" y="5930665"/>
                </a:lnTo>
                <a:lnTo>
                  <a:pt x="13930962" y="5669280"/>
                </a:lnTo>
                <a:lnTo>
                  <a:pt x="14366305" y="5398532"/>
                </a:lnTo>
                <a:lnTo>
                  <a:pt x="14801648" y="5130433"/>
                </a:lnTo>
                <a:lnTo>
                  <a:pt x="15236990" y="4872430"/>
                </a:lnTo>
                <a:lnTo>
                  <a:pt x="15672333" y="4612028"/>
                </a:lnTo>
                <a:lnTo>
                  <a:pt x="16107675" y="4355568"/>
                </a:lnTo>
                <a:lnTo>
                  <a:pt x="16543018" y="4112660"/>
                </a:lnTo>
                <a:lnTo>
                  <a:pt x="16978360" y="3892338"/>
                </a:lnTo>
                <a:lnTo>
                  <a:pt x="17413703" y="3688498"/>
                </a:lnTo>
                <a:lnTo>
                  <a:pt x="17849046" y="3500356"/>
                </a:lnTo>
                <a:lnTo>
                  <a:pt x="18284388" y="3333059"/>
                </a:lnTo>
                <a:lnTo>
                  <a:pt x="18719731" y="3191757"/>
                </a:lnTo>
                <a:lnTo>
                  <a:pt x="19155073" y="3077278"/>
                </a:lnTo>
                <a:lnTo>
                  <a:pt x="19590416" y="2986442"/>
                </a:lnTo>
                <a:lnTo>
                  <a:pt x="20025758" y="2920254"/>
                </a:lnTo>
                <a:lnTo>
                  <a:pt x="20461101" y="2879742"/>
                </a:lnTo>
                <a:lnTo>
                  <a:pt x="20896444" y="2865858"/>
                </a:lnTo>
                <a:lnTo>
                  <a:pt x="21331786" y="2878422"/>
                </a:lnTo>
                <a:lnTo>
                  <a:pt x="21767129" y="2916426"/>
                </a:lnTo>
                <a:lnTo>
                  <a:pt x="22202471" y="2978840"/>
                </a:lnTo>
                <a:lnTo>
                  <a:pt x="22637814" y="3067222"/>
                </a:lnTo>
                <a:lnTo>
                  <a:pt x="23073156" y="3208465"/>
                </a:lnTo>
                <a:lnTo>
                  <a:pt x="23508499" y="3378958"/>
                </a:lnTo>
                <a:lnTo>
                  <a:pt x="23943842" y="3538891"/>
                </a:lnTo>
                <a:lnTo>
                  <a:pt x="24379184" y="36484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139696"/>
                </a:moveTo>
                <a:lnTo>
                  <a:pt x="435343" y="2132696"/>
                </a:lnTo>
                <a:lnTo>
                  <a:pt x="870685" y="2120161"/>
                </a:lnTo>
                <a:lnTo>
                  <a:pt x="1306028" y="2114789"/>
                </a:lnTo>
                <a:lnTo>
                  <a:pt x="1741370" y="2129277"/>
                </a:lnTo>
                <a:lnTo>
                  <a:pt x="2176713" y="2164315"/>
                </a:lnTo>
                <a:lnTo>
                  <a:pt x="2612055" y="2202272"/>
                </a:lnTo>
                <a:lnTo>
                  <a:pt x="3047398" y="2264622"/>
                </a:lnTo>
                <a:lnTo>
                  <a:pt x="3482741" y="2375387"/>
                </a:lnTo>
                <a:lnTo>
                  <a:pt x="3918083" y="2557371"/>
                </a:lnTo>
                <a:lnTo>
                  <a:pt x="4353426" y="2809624"/>
                </a:lnTo>
                <a:lnTo>
                  <a:pt x="4788768" y="3115431"/>
                </a:lnTo>
                <a:lnTo>
                  <a:pt x="5224111" y="3458663"/>
                </a:lnTo>
                <a:lnTo>
                  <a:pt x="5659453" y="3823431"/>
                </a:lnTo>
                <a:lnTo>
                  <a:pt x="6094796" y="4235387"/>
                </a:lnTo>
                <a:lnTo>
                  <a:pt x="6530139" y="4691692"/>
                </a:lnTo>
                <a:lnTo>
                  <a:pt x="6965481" y="5151164"/>
                </a:lnTo>
                <a:lnTo>
                  <a:pt x="7400824" y="5572623"/>
                </a:lnTo>
                <a:lnTo>
                  <a:pt x="7836166" y="5942571"/>
                </a:lnTo>
                <a:lnTo>
                  <a:pt x="8271509" y="6294146"/>
                </a:lnTo>
                <a:lnTo>
                  <a:pt x="8706851" y="6609404"/>
                </a:lnTo>
                <a:lnTo>
                  <a:pt x="9142194" y="6868099"/>
                </a:lnTo>
                <a:lnTo>
                  <a:pt x="9577537" y="7052147"/>
                </a:lnTo>
                <a:lnTo>
                  <a:pt x="10012879" y="7167008"/>
                </a:lnTo>
                <a:lnTo>
                  <a:pt x="10448222" y="7223467"/>
                </a:lnTo>
                <a:lnTo>
                  <a:pt x="10883564" y="7230789"/>
                </a:lnTo>
                <a:lnTo>
                  <a:pt x="11318907" y="7197875"/>
                </a:lnTo>
                <a:lnTo>
                  <a:pt x="11754250" y="7115212"/>
                </a:lnTo>
                <a:lnTo>
                  <a:pt x="12189592" y="6983730"/>
                </a:lnTo>
                <a:lnTo>
                  <a:pt x="12624935" y="6815782"/>
                </a:lnTo>
                <a:lnTo>
                  <a:pt x="13060277" y="6623724"/>
                </a:lnTo>
                <a:lnTo>
                  <a:pt x="13495620" y="6406074"/>
                </a:lnTo>
                <a:lnTo>
                  <a:pt x="13930962" y="6152392"/>
                </a:lnTo>
                <a:lnTo>
                  <a:pt x="14366305" y="5877310"/>
                </a:lnTo>
                <a:lnTo>
                  <a:pt x="14801648" y="5595927"/>
                </a:lnTo>
                <a:lnTo>
                  <a:pt x="15236990" y="5317557"/>
                </a:lnTo>
                <a:lnTo>
                  <a:pt x="15672333" y="5026341"/>
                </a:lnTo>
                <a:lnTo>
                  <a:pt x="16107675" y="4730478"/>
                </a:lnTo>
                <a:lnTo>
                  <a:pt x="16543018" y="4442324"/>
                </a:lnTo>
                <a:lnTo>
                  <a:pt x="16978360" y="4173387"/>
                </a:lnTo>
                <a:lnTo>
                  <a:pt x="17413703" y="3913819"/>
                </a:lnTo>
                <a:lnTo>
                  <a:pt x="17849046" y="3664106"/>
                </a:lnTo>
                <a:lnTo>
                  <a:pt x="18284388" y="3433858"/>
                </a:lnTo>
                <a:lnTo>
                  <a:pt x="18719731" y="3232683"/>
                </a:lnTo>
                <a:lnTo>
                  <a:pt x="19155073" y="3062064"/>
                </a:lnTo>
                <a:lnTo>
                  <a:pt x="19590416" y="2916061"/>
                </a:lnTo>
                <a:lnTo>
                  <a:pt x="20025758" y="2796686"/>
                </a:lnTo>
                <a:lnTo>
                  <a:pt x="20461101" y="2705998"/>
                </a:lnTo>
                <a:lnTo>
                  <a:pt x="20896444" y="2645415"/>
                </a:lnTo>
                <a:lnTo>
                  <a:pt x="21331786" y="2613612"/>
                </a:lnTo>
                <a:lnTo>
                  <a:pt x="21767129" y="2610390"/>
                </a:lnTo>
                <a:lnTo>
                  <a:pt x="22202471" y="2635749"/>
                </a:lnTo>
                <a:lnTo>
                  <a:pt x="22637814" y="2692180"/>
                </a:lnTo>
                <a:lnTo>
                  <a:pt x="23073156" y="2805954"/>
                </a:lnTo>
                <a:lnTo>
                  <a:pt x="23508499" y="2953369"/>
                </a:lnTo>
                <a:lnTo>
                  <a:pt x="23943842" y="3094958"/>
                </a:lnTo>
                <a:lnTo>
                  <a:pt x="24379184" y="31912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108960"/>
                </a:moveTo>
                <a:lnTo>
                  <a:pt x="435343" y="3010013"/>
                </a:lnTo>
                <a:lnTo>
                  <a:pt x="870685" y="2863681"/>
                </a:lnTo>
                <a:lnTo>
                  <a:pt x="1306028" y="2714234"/>
                </a:lnTo>
                <a:lnTo>
                  <a:pt x="1741370" y="2605942"/>
                </a:lnTo>
                <a:lnTo>
                  <a:pt x="2176713" y="2562519"/>
                </a:lnTo>
                <a:lnTo>
                  <a:pt x="2612055" y="2550695"/>
                </a:lnTo>
                <a:lnTo>
                  <a:pt x="3047398" y="2576902"/>
                </a:lnTo>
                <a:lnTo>
                  <a:pt x="3482741" y="2651094"/>
                </a:lnTo>
                <a:lnTo>
                  <a:pt x="3918083" y="2783364"/>
                </a:lnTo>
                <a:lnTo>
                  <a:pt x="4353426" y="2977635"/>
                </a:lnTo>
                <a:lnTo>
                  <a:pt x="4788768" y="3222363"/>
                </a:lnTo>
                <a:lnTo>
                  <a:pt x="5224111" y="3504163"/>
                </a:lnTo>
                <a:lnTo>
                  <a:pt x="5659453" y="3809844"/>
                </a:lnTo>
                <a:lnTo>
                  <a:pt x="6094796" y="4159520"/>
                </a:lnTo>
                <a:lnTo>
                  <a:pt x="6530139" y="4551328"/>
                </a:lnTo>
                <a:lnTo>
                  <a:pt x="6965481" y="4953009"/>
                </a:lnTo>
                <a:lnTo>
                  <a:pt x="7400824" y="5332304"/>
                </a:lnTo>
                <a:lnTo>
                  <a:pt x="7836166" y="5679213"/>
                </a:lnTo>
                <a:lnTo>
                  <a:pt x="8271509" y="6020149"/>
                </a:lnTo>
                <a:lnTo>
                  <a:pt x="8706851" y="6339483"/>
                </a:lnTo>
                <a:lnTo>
                  <a:pt x="9142194" y="6619711"/>
                </a:lnTo>
                <a:lnTo>
                  <a:pt x="9577537" y="6846999"/>
                </a:lnTo>
                <a:lnTo>
                  <a:pt x="10012879" y="7034009"/>
                </a:lnTo>
                <a:lnTo>
                  <a:pt x="10448222" y="7179986"/>
                </a:lnTo>
                <a:lnTo>
                  <a:pt x="10883564" y="7279784"/>
                </a:lnTo>
                <a:lnTo>
                  <a:pt x="11318907" y="7328243"/>
                </a:lnTo>
                <a:lnTo>
                  <a:pt x="11754250" y="7322164"/>
                </a:lnTo>
                <a:lnTo>
                  <a:pt x="12189592" y="7266051"/>
                </a:lnTo>
                <a:lnTo>
                  <a:pt x="12624935" y="7166081"/>
                </a:lnTo>
                <a:lnTo>
                  <a:pt x="13060277" y="7028432"/>
                </a:lnTo>
                <a:lnTo>
                  <a:pt x="13495620" y="6849243"/>
                </a:lnTo>
                <a:lnTo>
                  <a:pt x="13930962" y="6622095"/>
                </a:lnTo>
                <a:lnTo>
                  <a:pt x="14366305" y="6361720"/>
                </a:lnTo>
                <a:lnTo>
                  <a:pt x="14801648" y="6083218"/>
                </a:lnTo>
                <a:lnTo>
                  <a:pt x="15236990" y="5795090"/>
                </a:lnTo>
                <a:lnTo>
                  <a:pt x="15672333" y="5479040"/>
                </a:lnTo>
                <a:lnTo>
                  <a:pt x="16107675" y="5146975"/>
                </a:lnTo>
                <a:lnTo>
                  <a:pt x="16543018" y="4815711"/>
                </a:lnTo>
                <a:lnTo>
                  <a:pt x="16978360" y="4500914"/>
                </a:lnTo>
                <a:lnTo>
                  <a:pt x="17413703" y="4189205"/>
                </a:lnTo>
                <a:lnTo>
                  <a:pt x="17849046" y="3881227"/>
                </a:lnTo>
                <a:lnTo>
                  <a:pt x="18284388" y="3590020"/>
                </a:lnTo>
                <a:lnTo>
                  <a:pt x="18719731" y="3328626"/>
                </a:lnTo>
                <a:lnTo>
                  <a:pt x="19155073" y="3098255"/>
                </a:lnTo>
                <a:lnTo>
                  <a:pt x="19590416" y="2890800"/>
                </a:lnTo>
                <a:lnTo>
                  <a:pt x="20025758" y="2710651"/>
                </a:lnTo>
                <a:lnTo>
                  <a:pt x="20461101" y="2562268"/>
                </a:lnTo>
                <a:lnTo>
                  <a:pt x="20896444" y="2448406"/>
                </a:lnTo>
                <a:lnTo>
                  <a:pt x="21331786" y="2365546"/>
                </a:lnTo>
                <a:lnTo>
                  <a:pt x="21767129" y="2314469"/>
                </a:lnTo>
                <a:lnTo>
                  <a:pt x="22202471" y="2296549"/>
                </a:lnTo>
                <a:lnTo>
                  <a:pt x="22637814" y="2315506"/>
                </a:lnTo>
                <a:lnTo>
                  <a:pt x="23073156" y="2396631"/>
                </a:lnTo>
                <a:lnTo>
                  <a:pt x="23508499" y="2516236"/>
                </a:lnTo>
                <a:lnTo>
                  <a:pt x="23943842" y="2635541"/>
                </a:lnTo>
                <a:lnTo>
                  <a:pt x="24379184" y="27157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953512"/>
                </a:moveTo>
                <a:lnTo>
                  <a:pt x="435343" y="2953323"/>
                </a:lnTo>
                <a:lnTo>
                  <a:pt x="870685" y="2952984"/>
                </a:lnTo>
                <a:lnTo>
                  <a:pt x="1306028" y="2952839"/>
                </a:lnTo>
                <a:lnTo>
                  <a:pt x="1741370" y="2953230"/>
                </a:lnTo>
                <a:lnTo>
                  <a:pt x="2176713" y="2945841"/>
                </a:lnTo>
                <a:lnTo>
                  <a:pt x="2612055" y="2919170"/>
                </a:lnTo>
                <a:lnTo>
                  <a:pt x="3047398" y="2900559"/>
                </a:lnTo>
                <a:lnTo>
                  <a:pt x="3482741" y="2919522"/>
                </a:lnTo>
                <a:lnTo>
                  <a:pt x="3918083" y="3002955"/>
                </a:lnTo>
                <a:lnTo>
                  <a:pt x="4353426" y="3142236"/>
                </a:lnTo>
                <a:lnTo>
                  <a:pt x="4788768" y="3324811"/>
                </a:lnTo>
                <a:lnTo>
                  <a:pt x="5224111" y="3542444"/>
                </a:lnTo>
                <a:lnTo>
                  <a:pt x="5659453" y="3787030"/>
                </a:lnTo>
                <a:lnTo>
                  <a:pt x="6094796" y="4073081"/>
                </a:lnTo>
                <a:lnTo>
                  <a:pt x="6530139" y="4398553"/>
                </a:lnTo>
                <a:lnTo>
                  <a:pt x="6965481" y="4740111"/>
                </a:lnTo>
                <a:lnTo>
                  <a:pt x="7400824" y="5074418"/>
                </a:lnTo>
                <a:lnTo>
                  <a:pt x="7836166" y="5395810"/>
                </a:lnTo>
                <a:lnTo>
                  <a:pt x="8271509" y="5724642"/>
                </a:lnTo>
                <a:lnTo>
                  <a:pt x="8706851" y="6045290"/>
                </a:lnTo>
                <a:lnTo>
                  <a:pt x="9142194" y="6340596"/>
                </a:lnTo>
                <a:lnTo>
                  <a:pt x="9577537" y="6597805"/>
                </a:lnTo>
                <a:lnTo>
                  <a:pt x="10012879" y="6832915"/>
                </a:lnTo>
                <a:lnTo>
                  <a:pt x="10448222" y="7040640"/>
                </a:lnTo>
                <a:lnTo>
                  <a:pt x="10883564" y="7210000"/>
                </a:lnTo>
                <a:lnTo>
                  <a:pt x="11318907" y="7330306"/>
                </a:lnTo>
                <a:lnTo>
                  <a:pt x="11754250" y="7407325"/>
                </a:lnTo>
                <a:lnTo>
                  <a:pt x="12189592" y="7443216"/>
                </a:lnTo>
                <a:lnTo>
                  <a:pt x="12624935" y="7431800"/>
                </a:lnTo>
                <a:lnTo>
                  <a:pt x="13060277" y="7366901"/>
                </a:lnTo>
                <a:lnTo>
                  <a:pt x="13495620" y="7240045"/>
                </a:lnTo>
                <a:lnTo>
                  <a:pt x="13930962" y="7052903"/>
                </a:lnTo>
                <a:lnTo>
                  <a:pt x="14366305" y="6820074"/>
                </a:lnTo>
                <a:lnTo>
                  <a:pt x="14801648" y="6556315"/>
                </a:lnTo>
                <a:lnTo>
                  <a:pt x="15236990" y="6269051"/>
                </a:lnTo>
                <a:lnTo>
                  <a:pt x="15672333" y="5937758"/>
                </a:lnTo>
                <a:lnTo>
                  <a:pt x="16107675" y="5578096"/>
                </a:lnTo>
                <a:lnTo>
                  <a:pt x="16543018" y="5211341"/>
                </a:lnTo>
                <a:lnTo>
                  <a:pt x="16978360" y="4857342"/>
                </a:lnTo>
                <a:lnTo>
                  <a:pt x="17413703" y="4499648"/>
                </a:lnTo>
                <a:lnTo>
                  <a:pt x="17849046" y="4138715"/>
                </a:lnTo>
                <a:lnTo>
                  <a:pt x="18284388" y="3790331"/>
                </a:lnTo>
                <a:lnTo>
                  <a:pt x="18719731" y="3470281"/>
                </a:lnTo>
                <a:lnTo>
                  <a:pt x="19155073" y="3178501"/>
                </a:lnTo>
                <a:lnTo>
                  <a:pt x="19590416" y="2905093"/>
                </a:lnTo>
                <a:lnTo>
                  <a:pt x="20025758" y="2658531"/>
                </a:lnTo>
                <a:lnTo>
                  <a:pt x="20461101" y="2447397"/>
                </a:lnTo>
                <a:lnTo>
                  <a:pt x="20896444" y="2276963"/>
                </a:lnTo>
                <a:lnTo>
                  <a:pt x="21331786" y="2140410"/>
                </a:lnTo>
                <a:lnTo>
                  <a:pt x="21767129" y="2039338"/>
                </a:lnTo>
                <a:lnTo>
                  <a:pt x="22202471" y="1976490"/>
                </a:lnTo>
                <a:lnTo>
                  <a:pt x="22637814" y="1956839"/>
                </a:lnTo>
                <a:lnTo>
                  <a:pt x="23073156" y="2004923"/>
                </a:lnTo>
                <a:lnTo>
                  <a:pt x="23508499" y="2096863"/>
                </a:lnTo>
                <a:lnTo>
                  <a:pt x="23943842" y="2194223"/>
                </a:lnTo>
                <a:lnTo>
                  <a:pt x="24379184" y="22585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300984"/>
                </a:moveTo>
                <a:lnTo>
                  <a:pt x="435343" y="3302876"/>
                </a:lnTo>
                <a:lnTo>
                  <a:pt x="870685" y="3306264"/>
                </a:lnTo>
                <a:lnTo>
                  <a:pt x="1306028" y="3307716"/>
                </a:lnTo>
                <a:lnTo>
                  <a:pt x="1741370" y="3303800"/>
                </a:lnTo>
                <a:lnTo>
                  <a:pt x="2176713" y="3284625"/>
                </a:lnTo>
                <a:lnTo>
                  <a:pt x="2612055" y="3242121"/>
                </a:lnTo>
                <a:lnTo>
                  <a:pt x="3047398" y="3201641"/>
                </a:lnTo>
                <a:lnTo>
                  <a:pt x="3482741" y="3190296"/>
                </a:lnTo>
                <a:lnTo>
                  <a:pt x="3918083" y="3232128"/>
                </a:lnTo>
                <a:lnTo>
                  <a:pt x="4353426" y="3314787"/>
                </a:lnTo>
                <a:lnTo>
                  <a:pt x="4788768" y="3431483"/>
                </a:lnTo>
                <a:lnTo>
                  <a:pt x="5224111" y="3581529"/>
                </a:lnTo>
                <a:lnTo>
                  <a:pt x="5659453" y="3764317"/>
                </a:lnTo>
                <a:lnTo>
                  <a:pt x="6094796" y="3990999"/>
                </a:lnTo>
                <a:lnTo>
                  <a:pt x="6530139" y="4257225"/>
                </a:lnTo>
                <a:lnTo>
                  <a:pt x="6965481" y="4544808"/>
                </a:lnTo>
                <a:lnTo>
                  <a:pt x="7400824" y="4835559"/>
                </a:lnTo>
                <a:lnTo>
                  <a:pt x="7836166" y="5125066"/>
                </a:lnTo>
                <a:lnTo>
                  <a:pt x="8271509" y="5429197"/>
                </a:lnTo>
                <a:lnTo>
                  <a:pt x="8706851" y="5735766"/>
                </a:lnTo>
                <a:lnTo>
                  <a:pt x="9142194" y="6031388"/>
                </a:lnTo>
                <a:lnTo>
                  <a:pt x="9577537" y="6307101"/>
                </a:lnTo>
                <a:lnTo>
                  <a:pt x="10012879" y="6579742"/>
                </a:lnTo>
                <a:lnTo>
                  <a:pt x="10448222" y="6839659"/>
                </a:lnTo>
                <a:lnTo>
                  <a:pt x="10883564" y="7071065"/>
                </a:lnTo>
                <a:lnTo>
                  <a:pt x="11318907" y="7258756"/>
                </a:lnTo>
                <a:lnTo>
                  <a:pt x="11754250" y="7417301"/>
                </a:lnTo>
                <a:lnTo>
                  <a:pt x="12189592" y="7546086"/>
                </a:lnTo>
                <a:lnTo>
                  <a:pt x="12624935" y="7626579"/>
                </a:lnTo>
                <a:lnTo>
                  <a:pt x="13060277" y="7640249"/>
                </a:lnTo>
                <a:lnTo>
                  <a:pt x="13495620" y="7574574"/>
                </a:lnTo>
                <a:lnTo>
                  <a:pt x="13930962" y="7439537"/>
                </a:lnTo>
                <a:lnTo>
                  <a:pt x="14366305" y="7248254"/>
                </a:lnTo>
                <a:lnTo>
                  <a:pt x="14801648" y="7013765"/>
                </a:lnTo>
                <a:lnTo>
                  <a:pt x="15236990" y="6741932"/>
                </a:lnTo>
                <a:lnTo>
                  <a:pt x="15672333" y="6412517"/>
                </a:lnTo>
                <a:lnTo>
                  <a:pt x="16107675" y="6042553"/>
                </a:lnTo>
                <a:lnTo>
                  <a:pt x="16543018" y="5654691"/>
                </a:lnTo>
                <a:lnTo>
                  <a:pt x="16978360" y="5269899"/>
                </a:lnTo>
                <a:lnTo>
                  <a:pt x="17413703" y="4867674"/>
                </a:lnTo>
                <a:lnTo>
                  <a:pt x="17849046" y="4450736"/>
                </a:lnTo>
                <a:lnTo>
                  <a:pt x="18284388" y="4040362"/>
                </a:lnTo>
                <a:lnTo>
                  <a:pt x="18719731" y="3657830"/>
                </a:lnTo>
                <a:lnTo>
                  <a:pt x="19155073" y="3302344"/>
                </a:lnTo>
                <a:lnTo>
                  <a:pt x="19590416" y="2960518"/>
                </a:lnTo>
                <a:lnTo>
                  <a:pt x="20025758" y="2645250"/>
                </a:lnTo>
                <a:lnTo>
                  <a:pt x="20461101" y="2369579"/>
                </a:lnTo>
                <a:lnTo>
                  <a:pt x="20896444" y="2141935"/>
                </a:lnTo>
                <a:lnTo>
                  <a:pt x="21331786" y="1952789"/>
                </a:lnTo>
                <a:lnTo>
                  <a:pt x="21767129" y="1803002"/>
                </a:lnTo>
                <a:lnTo>
                  <a:pt x="22202471" y="1694978"/>
                </a:lnTo>
                <a:lnTo>
                  <a:pt x="22637814" y="1633175"/>
                </a:lnTo>
                <a:lnTo>
                  <a:pt x="23073156" y="1640206"/>
                </a:lnTo>
                <a:lnTo>
                  <a:pt x="23508499" y="1694147"/>
                </a:lnTo>
                <a:lnTo>
                  <a:pt x="23943842" y="1759650"/>
                </a:lnTo>
                <a:lnTo>
                  <a:pt x="24379184" y="18013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630168"/>
                </a:moveTo>
                <a:lnTo>
                  <a:pt x="435343" y="3633573"/>
                </a:lnTo>
                <a:lnTo>
                  <a:pt x="870685" y="3639671"/>
                </a:lnTo>
                <a:lnTo>
                  <a:pt x="1306028" y="3642285"/>
                </a:lnTo>
                <a:lnTo>
                  <a:pt x="1741370" y="3635237"/>
                </a:lnTo>
                <a:lnTo>
                  <a:pt x="2176713" y="3608176"/>
                </a:lnTo>
                <a:lnTo>
                  <a:pt x="2612055" y="3556432"/>
                </a:lnTo>
                <a:lnTo>
                  <a:pt x="3047398" y="3501714"/>
                </a:lnTo>
                <a:lnTo>
                  <a:pt x="3482741" y="3467016"/>
                </a:lnTo>
                <a:lnTo>
                  <a:pt x="3918083" y="3472005"/>
                </a:lnTo>
                <a:lnTo>
                  <a:pt x="4353426" y="3501416"/>
                </a:lnTo>
                <a:lnTo>
                  <a:pt x="4788768" y="3554620"/>
                </a:lnTo>
                <a:lnTo>
                  <a:pt x="5224111" y="3638482"/>
                </a:lnTo>
                <a:lnTo>
                  <a:pt x="5659453" y="3759889"/>
                </a:lnTo>
                <a:lnTo>
                  <a:pt x="6094796" y="3926419"/>
                </a:lnTo>
                <a:lnTo>
                  <a:pt x="6530139" y="4131509"/>
                </a:lnTo>
                <a:lnTo>
                  <a:pt x="6965481" y="4362461"/>
                </a:lnTo>
                <a:lnTo>
                  <a:pt x="7400824" y="4606577"/>
                </a:lnTo>
                <a:lnTo>
                  <a:pt x="7836166" y="4861588"/>
                </a:lnTo>
                <a:lnTo>
                  <a:pt x="8271509" y="5139218"/>
                </a:lnTo>
                <a:lnTo>
                  <a:pt x="8706851" y="5428727"/>
                </a:lnTo>
                <a:lnTo>
                  <a:pt x="9142194" y="5718447"/>
                </a:lnTo>
                <a:lnTo>
                  <a:pt x="9577537" y="6000607"/>
                </a:lnTo>
                <a:lnTo>
                  <a:pt x="10012879" y="6290071"/>
                </a:lnTo>
                <a:lnTo>
                  <a:pt x="10448222" y="6578188"/>
                </a:lnTo>
                <a:lnTo>
                  <a:pt x="10883564" y="6850889"/>
                </a:lnTo>
                <a:lnTo>
                  <a:pt x="11318907" y="7094907"/>
                </a:lnTo>
                <a:lnTo>
                  <a:pt x="11754250" y="7334587"/>
                </a:lnTo>
                <a:lnTo>
                  <a:pt x="12189592" y="7562659"/>
                </a:lnTo>
                <a:lnTo>
                  <a:pt x="12624935" y="7745151"/>
                </a:lnTo>
                <a:lnTo>
                  <a:pt x="13060277" y="7848086"/>
                </a:lnTo>
                <a:lnTo>
                  <a:pt x="13495620" y="7854274"/>
                </a:lnTo>
                <a:lnTo>
                  <a:pt x="13930962" y="7784237"/>
                </a:lnTo>
                <a:lnTo>
                  <a:pt x="14366305" y="7648309"/>
                </a:lnTo>
                <a:lnTo>
                  <a:pt x="14801648" y="7456442"/>
                </a:lnTo>
                <a:lnTo>
                  <a:pt x="15236990" y="7211946"/>
                </a:lnTo>
                <a:lnTo>
                  <a:pt x="15672333" y="6895884"/>
                </a:lnTo>
                <a:lnTo>
                  <a:pt x="16107675" y="6526567"/>
                </a:lnTo>
                <a:lnTo>
                  <a:pt x="16543018" y="6127675"/>
                </a:lnTo>
                <a:lnTo>
                  <a:pt x="16978360" y="5720990"/>
                </a:lnTo>
                <a:lnTo>
                  <a:pt x="17413703" y="5282513"/>
                </a:lnTo>
                <a:lnTo>
                  <a:pt x="17849046" y="4817003"/>
                </a:lnTo>
                <a:lnTo>
                  <a:pt x="18284388" y="4350544"/>
                </a:lnTo>
                <a:lnTo>
                  <a:pt x="18719731" y="3909215"/>
                </a:lnTo>
                <a:lnTo>
                  <a:pt x="19155073" y="3491478"/>
                </a:lnTo>
                <a:lnTo>
                  <a:pt x="19590416" y="3080894"/>
                </a:lnTo>
                <a:lnTo>
                  <a:pt x="20025758" y="2694437"/>
                </a:lnTo>
                <a:lnTo>
                  <a:pt x="20461101" y="2349268"/>
                </a:lnTo>
                <a:lnTo>
                  <a:pt x="20896444" y="2055854"/>
                </a:lnTo>
                <a:lnTo>
                  <a:pt x="21331786" y="1800395"/>
                </a:lnTo>
                <a:lnTo>
                  <a:pt x="21767129" y="1586390"/>
                </a:lnTo>
                <a:lnTo>
                  <a:pt x="22202471" y="1419674"/>
                </a:lnTo>
                <a:lnTo>
                  <a:pt x="22637814" y="1307822"/>
                </a:lnTo>
                <a:lnTo>
                  <a:pt x="23073156" y="1271450"/>
                </a:lnTo>
                <a:lnTo>
                  <a:pt x="23508499" y="1288263"/>
                </a:lnTo>
                <a:lnTo>
                  <a:pt x="23943842" y="1323941"/>
                </a:lnTo>
                <a:lnTo>
                  <a:pt x="24379184" y="13441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13048"/>
                </a:moveTo>
                <a:lnTo>
                  <a:pt x="435343" y="3814940"/>
                </a:lnTo>
                <a:lnTo>
                  <a:pt x="870685" y="3818328"/>
                </a:lnTo>
                <a:lnTo>
                  <a:pt x="1306028" y="3819780"/>
                </a:lnTo>
                <a:lnTo>
                  <a:pt x="1741370" y="3815864"/>
                </a:lnTo>
                <a:lnTo>
                  <a:pt x="2176713" y="3802240"/>
                </a:lnTo>
                <a:lnTo>
                  <a:pt x="2612055" y="3778177"/>
                </a:lnTo>
                <a:lnTo>
                  <a:pt x="3047398" y="3751210"/>
                </a:lnTo>
                <a:lnTo>
                  <a:pt x="3482741" y="3729232"/>
                </a:lnTo>
                <a:lnTo>
                  <a:pt x="3918083" y="3717266"/>
                </a:lnTo>
                <a:lnTo>
                  <a:pt x="4353426" y="3698550"/>
                </a:lnTo>
                <a:lnTo>
                  <a:pt x="4788768" y="3685202"/>
                </a:lnTo>
                <a:lnTo>
                  <a:pt x="5224111" y="3697470"/>
                </a:lnTo>
                <a:lnTo>
                  <a:pt x="5659453" y="3755549"/>
                </a:lnTo>
                <a:lnTo>
                  <a:pt x="6094796" y="3864126"/>
                </a:lnTo>
                <a:lnTo>
                  <a:pt x="6530139" y="4011262"/>
                </a:lnTo>
                <a:lnTo>
                  <a:pt x="6965481" y="4188379"/>
                </a:lnTo>
                <a:lnTo>
                  <a:pt x="7400824" y="4386895"/>
                </a:lnTo>
                <a:lnTo>
                  <a:pt x="7836166" y="4605882"/>
                </a:lnTo>
                <a:lnTo>
                  <a:pt x="8271509" y="4853737"/>
                </a:lnTo>
                <a:lnTo>
                  <a:pt x="8706851" y="5121550"/>
                </a:lnTo>
                <a:lnTo>
                  <a:pt x="9142194" y="5399711"/>
                </a:lnTo>
                <a:lnTo>
                  <a:pt x="9577537" y="5681925"/>
                </a:lnTo>
                <a:lnTo>
                  <a:pt x="10012879" y="5980896"/>
                </a:lnTo>
                <a:lnTo>
                  <a:pt x="10448222" y="6288913"/>
                </a:lnTo>
                <a:lnTo>
                  <a:pt x="10883564" y="6593621"/>
                </a:lnTo>
                <a:lnTo>
                  <a:pt x="11318907" y="6883598"/>
                </a:lnTo>
                <a:lnTo>
                  <a:pt x="11754250" y="7189167"/>
                </a:lnTo>
                <a:lnTo>
                  <a:pt x="12189592" y="7498652"/>
                </a:lnTo>
                <a:lnTo>
                  <a:pt x="12624935" y="7768468"/>
                </a:lnTo>
                <a:lnTo>
                  <a:pt x="13060277" y="7955032"/>
                </a:lnTo>
                <a:lnTo>
                  <a:pt x="13495620" y="8041281"/>
                </a:lnTo>
                <a:lnTo>
                  <a:pt x="13930962" y="8055464"/>
                </a:lnTo>
                <a:lnTo>
                  <a:pt x="14366305" y="7998969"/>
                </a:lnTo>
                <a:lnTo>
                  <a:pt x="14801648" y="7872483"/>
                </a:lnTo>
                <a:lnTo>
                  <a:pt x="15236990" y="7672030"/>
                </a:lnTo>
                <a:lnTo>
                  <a:pt x="15672333" y="7383707"/>
                </a:lnTo>
                <a:lnTo>
                  <a:pt x="16107675" y="7027944"/>
                </a:lnTo>
                <a:lnTo>
                  <a:pt x="16543018" y="6629450"/>
                </a:lnTo>
                <a:lnTo>
                  <a:pt x="16978360" y="6210847"/>
                </a:lnTo>
                <a:lnTo>
                  <a:pt x="17413703" y="5745098"/>
                </a:lnTo>
                <a:lnTo>
                  <a:pt x="17849046" y="5238660"/>
                </a:lnTo>
                <a:lnTo>
                  <a:pt x="18284388" y="4721733"/>
                </a:lnTo>
                <a:lnTo>
                  <a:pt x="18719731" y="4224517"/>
                </a:lnTo>
                <a:lnTo>
                  <a:pt x="19155073" y="3743727"/>
                </a:lnTo>
                <a:lnTo>
                  <a:pt x="19590416" y="3260240"/>
                </a:lnTo>
                <a:lnTo>
                  <a:pt x="20025758" y="2796825"/>
                </a:lnTo>
                <a:lnTo>
                  <a:pt x="20461101" y="2376476"/>
                </a:lnTo>
                <a:lnTo>
                  <a:pt x="20896444" y="2012880"/>
                </a:lnTo>
                <a:lnTo>
                  <a:pt x="21331786" y="1686863"/>
                </a:lnTo>
                <a:lnTo>
                  <a:pt x="21767129" y="1404394"/>
                </a:lnTo>
                <a:lnTo>
                  <a:pt x="22202471" y="1174741"/>
                </a:lnTo>
                <a:lnTo>
                  <a:pt x="22637814" y="1008551"/>
                </a:lnTo>
                <a:lnTo>
                  <a:pt x="23073156" y="923988"/>
                </a:lnTo>
                <a:lnTo>
                  <a:pt x="23508499" y="898795"/>
                </a:lnTo>
                <a:lnTo>
                  <a:pt x="23943842" y="900371"/>
                </a:lnTo>
                <a:lnTo>
                  <a:pt x="24379184" y="896112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40480"/>
                </a:moveTo>
                <a:lnTo>
                  <a:pt x="435343" y="3840480"/>
                </a:lnTo>
                <a:lnTo>
                  <a:pt x="870685" y="3840480"/>
                </a:lnTo>
                <a:lnTo>
                  <a:pt x="1306028" y="3840480"/>
                </a:lnTo>
                <a:lnTo>
                  <a:pt x="1741370" y="3840480"/>
                </a:lnTo>
                <a:lnTo>
                  <a:pt x="2176713" y="3840480"/>
                </a:lnTo>
                <a:lnTo>
                  <a:pt x="2612055" y="3840480"/>
                </a:lnTo>
                <a:lnTo>
                  <a:pt x="3047398" y="3840480"/>
                </a:lnTo>
                <a:lnTo>
                  <a:pt x="3482741" y="3840480"/>
                </a:lnTo>
                <a:lnTo>
                  <a:pt x="3918083" y="3839750"/>
                </a:lnTo>
                <a:lnTo>
                  <a:pt x="4353426" y="3833428"/>
                </a:lnTo>
                <a:lnTo>
                  <a:pt x="4788768" y="3826720"/>
                </a:lnTo>
                <a:lnTo>
                  <a:pt x="5224111" y="3827174"/>
                </a:lnTo>
                <a:lnTo>
                  <a:pt x="5659453" y="3842235"/>
                </a:lnTo>
                <a:lnTo>
                  <a:pt x="6094796" y="3860983"/>
                </a:lnTo>
                <a:lnTo>
                  <a:pt x="6530139" y="3884288"/>
                </a:lnTo>
                <a:lnTo>
                  <a:pt x="6965481" y="3929654"/>
                </a:lnTo>
                <a:lnTo>
                  <a:pt x="7400824" y="4014583"/>
                </a:lnTo>
                <a:lnTo>
                  <a:pt x="7836166" y="4150208"/>
                </a:lnTo>
                <a:lnTo>
                  <a:pt x="8271509" y="4326739"/>
                </a:lnTo>
                <a:lnTo>
                  <a:pt x="8706851" y="4536954"/>
                </a:lnTo>
                <a:lnTo>
                  <a:pt x="9142194" y="4773990"/>
                </a:lnTo>
                <a:lnTo>
                  <a:pt x="9577537" y="5032942"/>
                </a:lnTo>
                <a:lnTo>
                  <a:pt x="10012879" y="5321079"/>
                </a:lnTo>
                <a:lnTo>
                  <a:pt x="10448222" y="5635183"/>
                </a:lnTo>
                <a:lnTo>
                  <a:pt x="10883564" y="5969421"/>
                </a:lnTo>
                <a:lnTo>
                  <a:pt x="11318907" y="6318944"/>
                </a:lnTo>
                <a:lnTo>
                  <a:pt x="11754250" y="6719736"/>
                </a:lnTo>
                <a:lnTo>
                  <a:pt x="12189592" y="7153466"/>
                </a:lnTo>
                <a:lnTo>
                  <a:pt x="12624935" y="7566252"/>
                </a:lnTo>
                <a:lnTo>
                  <a:pt x="13060277" y="7904216"/>
                </a:lnTo>
                <a:lnTo>
                  <a:pt x="13495620" y="8155970"/>
                </a:lnTo>
                <a:lnTo>
                  <a:pt x="13930962" y="8360175"/>
                </a:lnTo>
                <a:lnTo>
                  <a:pt x="14366305" y="8495462"/>
                </a:lnTo>
                <a:lnTo>
                  <a:pt x="14801648" y="8539182"/>
                </a:lnTo>
                <a:lnTo>
                  <a:pt x="15236990" y="8470737"/>
                </a:lnTo>
                <a:lnTo>
                  <a:pt x="15672333" y="8294058"/>
                </a:lnTo>
                <a:lnTo>
                  <a:pt x="16107675" y="8027060"/>
                </a:lnTo>
                <a:lnTo>
                  <a:pt x="16543018" y="7687590"/>
                </a:lnTo>
                <a:lnTo>
                  <a:pt x="16978360" y="7291419"/>
                </a:lnTo>
                <a:lnTo>
                  <a:pt x="17413703" y="6808601"/>
                </a:lnTo>
                <a:lnTo>
                  <a:pt x="17849046" y="6251585"/>
                </a:lnTo>
                <a:lnTo>
                  <a:pt x="18284388" y="5657779"/>
                </a:lnTo>
                <a:lnTo>
                  <a:pt x="18719731" y="5064588"/>
                </a:lnTo>
                <a:lnTo>
                  <a:pt x="19155073" y="4463488"/>
                </a:lnTo>
                <a:lnTo>
                  <a:pt x="19590416" y="3830537"/>
                </a:lnTo>
                <a:lnTo>
                  <a:pt x="20025758" y="3203165"/>
                </a:lnTo>
                <a:lnTo>
                  <a:pt x="20461101" y="2619121"/>
                </a:lnTo>
                <a:lnTo>
                  <a:pt x="20896444" y="2100028"/>
                </a:lnTo>
                <a:lnTo>
                  <a:pt x="21331786" y="1612675"/>
                </a:lnTo>
                <a:lnTo>
                  <a:pt x="21767129" y="1170103"/>
                </a:lnTo>
                <a:lnTo>
                  <a:pt x="22202471" y="791186"/>
                </a:lnTo>
                <a:lnTo>
                  <a:pt x="22637814" y="495094"/>
                </a:lnTo>
                <a:lnTo>
                  <a:pt x="23073156" y="292207"/>
                </a:lnTo>
                <a:lnTo>
                  <a:pt x="23508499" y="161202"/>
                </a:lnTo>
                <a:lnTo>
                  <a:pt x="23943842" y="75657"/>
                </a:lnTo>
                <a:lnTo>
                  <a:pt x="24379184" y="91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62972" y="1737360"/>
            <a:ext cx="4261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C44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How it works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044952" y="2286000"/>
            <a:ext cx="1828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goal and how it works</a:t>
            </a:r>
            <a:endParaRPr lang="en-US" sz="8000" dirty="0"/>
          </a:p>
        </p:txBody>
      </p:sp>
      <p:sp>
        <p:nvSpPr>
          <p:cNvPr id="13" name="Shape 11"/>
          <p:cNvSpPr/>
          <p:nvPr/>
        </p:nvSpPr>
        <p:spPr>
          <a:xfrm>
            <a:off x="1847088" y="5349240"/>
            <a:ext cx="3483864" cy="3483864"/>
          </a:xfrm>
          <a:prstGeom prst="octagon">
            <a:avLst/>
          </a:prstGeom>
          <a:solidFill>
            <a:srgbClr val="F97C44"/>
          </a:solidFill>
          <a:ln/>
        </p:spPr>
      </p:sp>
      <p:sp>
        <p:nvSpPr>
          <p:cNvPr id="14" name="Text 12"/>
          <p:cNvSpPr/>
          <p:nvPr/>
        </p:nvSpPr>
        <p:spPr>
          <a:xfrm>
            <a:off x="1847088" y="5349240"/>
            <a:ext cx="3483864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</a:t>
            </a:r>
            <a:endParaRPr lang="en-US" sz="9600" dirty="0"/>
          </a:p>
        </p:txBody>
      </p:sp>
      <p:sp>
        <p:nvSpPr>
          <p:cNvPr id="15" name="Shape 13"/>
          <p:cNvSpPr/>
          <p:nvPr/>
        </p:nvSpPr>
        <p:spPr>
          <a:xfrm>
            <a:off x="3584448" y="9006840"/>
            <a:ext cx="0" cy="914400"/>
          </a:xfrm>
          <a:prstGeom prst="line">
            <a:avLst/>
          </a:prstGeom>
          <a:noFill/>
          <a:ln w="19050">
            <a:solidFill>
              <a:srgbClr val="F97C44"/>
            </a:solidFill>
            <a:prstDash val="dash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474720" y="9326880"/>
            <a:ext cx="219456" cy="219456"/>
          </a:xfrm>
          <a:prstGeom prst="ellipse">
            <a:avLst/>
          </a:prstGeom>
          <a:solidFill>
            <a:srgbClr val="F97C44"/>
          </a:solidFill>
          <a:ln/>
        </p:spPr>
      </p:sp>
      <p:sp>
        <p:nvSpPr>
          <p:cNvPr id="17" name="Text 15"/>
          <p:cNvSpPr/>
          <p:nvPr/>
        </p:nvSpPr>
        <p:spPr>
          <a:xfrm>
            <a:off x="1586483" y="10149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Claude Code</a:t>
            </a:r>
            <a:endParaRPr lang="en-US" sz="2800" dirty="0"/>
          </a:p>
        </p:txBody>
      </p:sp>
      <p:sp>
        <p:nvSpPr>
          <p:cNvPr id="38" name="Desc 1"/>
          <p:cNvSpPr/>
          <p:nvPr/>
        </p:nvSpPr>
        <p:spPr>
          <a:xfrm>
            <a:off x="1586483" y="1092708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Our AI coding assistant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126480" y="5349240"/>
            <a:ext cx="3483864" cy="3483864"/>
          </a:xfrm>
          <a:prstGeom prst="octagon">
            <a:avLst/>
          </a:prstGeom>
          <a:solidFill>
            <a:srgbClr val="232878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0" y="5349240"/>
            <a:ext cx="3483864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2</a:t>
            </a:r>
            <a:endParaRPr lang="en-US" sz="9600" dirty="0"/>
          </a:p>
        </p:txBody>
      </p:sp>
      <p:sp>
        <p:nvSpPr>
          <p:cNvPr id="20" name="Shape 18"/>
          <p:cNvSpPr/>
          <p:nvPr/>
        </p:nvSpPr>
        <p:spPr>
          <a:xfrm>
            <a:off x="7863840" y="9006840"/>
            <a:ext cx="0" cy="914400"/>
          </a:xfrm>
          <a:prstGeom prst="line">
            <a:avLst/>
          </a:prstGeom>
          <a:noFill/>
          <a:ln w="19050">
            <a:solidFill>
              <a:srgbClr val="F97C44"/>
            </a:solidFill>
            <a:prstDash val="dash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754112" y="9326880"/>
            <a:ext cx="219456" cy="219456"/>
          </a:xfrm>
          <a:prstGeom prst="ellipse">
            <a:avLst/>
          </a:prstGeom>
          <a:solidFill>
            <a:srgbClr val="F97C44"/>
          </a:solidFill>
          <a:ln/>
        </p:spPr>
      </p:sp>
      <p:sp>
        <p:nvSpPr>
          <p:cNvPr id="22" name="Text 20"/>
          <p:cNvSpPr/>
          <p:nvPr/>
        </p:nvSpPr>
        <p:spPr>
          <a:xfrm>
            <a:off x="5865876" y="10149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MCP servers</a:t>
            </a:r>
            <a:endParaRPr lang="en-US" sz="2800" dirty="0"/>
          </a:p>
        </p:txBody>
      </p:sp>
      <p:sp>
        <p:nvSpPr>
          <p:cNvPr id="39" name="Desc 2"/>
          <p:cNvSpPr/>
          <p:nvPr/>
        </p:nvSpPr>
        <p:spPr>
          <a:xfrm>
            <a:off x="5865876" y="1092708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Gmail, GitHub, Notion, Supabase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396728" y="5349240"/>
            <a:ext cx="3483864" cy="3483864"/>
          </a:xfrm>
          <a:prstGeom prst="octagon">
            <a:avLst/>
          </a:prstGeom>
          <a:solidFill>
            <a:srgbClr val="393FDB"/>
          </a:solidFill>
          <a:ln/>
        </p:spPr>
      </p:sp>
      <p:sp>
        <p:nvSpPr>
          <p:cNvPr id="24" name="Text 22"/>
          <p:cNvSpPr/>
          <p:nvPr/>
        </p:nvSpPr>
        <p:spPr>
          <a:xfrm>
            <a:off x="10396728" y="5349240"/>
            <a:ext cx="3483864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</a:t>
            </a:r>
            <a:endParaRPr lang="en-US" sz="9600" dirty="0"/>
          </a:p>
        </p:txBody>
      </p:sp>
      <p:sp>
        <p:nvSpPr>
          <p:cNvPr id="25" name="Shape 23"/>
          <p:cNvSpPr/>
          <p:nvPr/>
        </p:nvSpPr>
        <p:spPr>
          <a:xfrm>
            <a:off x="12134088" y="9006840"/>
            <a:ext cx="0" cy="914400"/>
          </a:xfrm>
          <a:prstGeom prst="line">
            <a:avLst/>
          </a:prstGeom>
          <a:noFill/>
          <a:ln w="19050">
            <a:solidFill>
              <a:srgbClr val="F97C44"/>
            </a:solidFill>
            <a:prstDash val="dash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2024360" y="9326880"/>
            <a:ext cx="219456" cy="219456"/>
          </a:xfrm>
          <a:prstGeom prst="ellipse">
            <a:avLst/>
          </a:prstGeom>
          <a:solidFill>
            <a:srgbClr val="F97C44"/>
          </a:solidFill>
          <a:ln/>
        </p:spPr>
      </p:sp>
      <p:sp>
        <p:nvSpPr>
          <p:cNvPr id="27" name="Text 25"/>
          <p:cNvSpPr/>
          <p:nvPr/>
        </p:nvSpPr>
        <p:spPr>
          <a:xfrm>
            <a:off x="10136124" y="10149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Export skill</a:t>
            </a:r>
            <a:endParaRPr lang="en-US" sz="2800" dirty="0"/>
          </a:p>
        </p:txBody>
      </p:sp>
      <p:sp>
        <p:nvSpPr>
          <p:cNvPr id="40" name="Desc 3"/>
          <p:cNvSpPr/>
          <p:nvPr/>
        </p:nvSpPr>
        <p:spPr>
          <a:xfrm>
            <a:off x="10136124" y="1092708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Repeats the download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14676120" y="5349240"/>
            <a:ext cx="3483864" cy="3483864"/>
          </a:xfrm>
          <a:prstGeom prst="octagon">
            <a:avLst/>
          </a:prstGeom>
          <a:solidFill>
            <a:srgbClr val="E63A42"/>
          </a:solidFill>
          <a:ln/>
        </p:spPr>
      </p:sp>
      <p:sp>
        <p:nvSpPr>
          <p:cNvPr id="29" name="Text 27"/>
          <p:cNvSpPr/>
          <p:nvPr/>
        </p:nvSpPr>
        <p:spPr>
          <a:xfrm>
            <a:off x="14676120" y="5349240"/>
            <a:ext cx="3483864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</a:t>
            </a:r>
            <a:endParaRPr lang="en-US" sz="9600" dirty="0"/>
          </a:p>
        </p:txBody>
      </p:sp>
      <p:sp>
        <p:nvSpPr>
          <p:cNvPr id="30" name="Shape 28"/>
          <p:cNvSpPr/>
          <p:nvPr/>
        </p:nvSpPr>
        <p:spPr>
          <a:xfrm>
            <a:off x="16413480" y="9006840"/>
            <a:ext cx="0" cy="914400"/>
          </a:xfrm>
          <a:prstGeom prst="line">
            <a:avLst/>
          </a:prstGeom>
          <a:noFill/>
          <a:ln w="19050">
            <a:solidFill>
              <a:srgbClr val="F97C44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6303752" y="9326880"/>
            <a:ext cx="219456" cy="219456"/>
          </a:xfrm>
          <a:prstGeom prst="ellipse">
            <a:avLst/>
          </a:prstGeom>
          <a:solidFill>
            <a:srgbClr val="F97C44"/>
          </a:solidFill>
          <a:ln/>
        </p:spPr>
      </p:sp>
      <p:sp>
        <p:nvSpPr>
          <p:cNvPr id="32" name="Text 30"/>
          <p:cNvSpPr/>
          <p:nvPr/>
        </p:nvSpPr>
        <p:spPr>
          <a:xfrm>
            <a:off x="14415516" y="10149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dataExports</a:t>
            </a:r>
            <a:endParaRPr lang="en-US" sz="2800" dirty="0"/>
          </a:p>
        </p:txBody>
      </p:sp>
      <p:sp>
        <p:nvSpPr>
          <p:cNvPr id="41" name="Desc 4"/>
          <p:cNvSpPr/>
          <p:nvPr/>
        </p:nvSpPr>
        <p:spPr>
          <a:xfrm>
            <a:off x="14415516" y="1092708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Files saved locally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18946368" y="5349240"/>
            <a:ext cx="3483864" cy="3483864"/>
          </a:xfrm>
          <a:prstGeom prst="octagon">
            <a:avLst/>
          </a:prstGeom>
          <a:solidFill>
            <a:srgbClr val="F9AE35"/>
          </a:solidFill>
          <a:ln/>
        </p:spPr>
      </p:sp>
      <p:sp>
        <p:nvSpPr>
          <p:cNvPr id="34" name="Text 32"/>
          <p:cNvSpPr/>
          <p:nvPr/>
        </p:nvSpPr>
        <p:spPr>
          <a:xfrm>
            <a:off x="18946368" y="5349240"/>
            <a:ext cx="3483864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dirty="0" b="1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5</a:t>
            </a:r>
            <a:endParaRPr lang="en-US" sz="9600" dirty="0"/>
          </a:p>
        </p:txBody>
      </p:sp>
      <p:sp>
        <p:nvSpPr>
          <p:cNvPr id="35" name="Shape 33"/>
          <p:cNvSpPr/>
          <p:nvPr/>
        </p:nvSpPr>
        <p:spPr>
          <a:xfrm>
            <a:off x="20683728" y="9006840"/>
            <a:ext cx="0" cy="914400"/>
          </a:xfrm>
          <a:prstGeom prst="line">
            <a:avLst/>
          </a:prstGeom>
          <a:noFill/>
          <a:ln w="19050">
            <a:solidFill>
              <a:srgbClr val="F97C44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0574000" y="9326880"/>
            <a:ext cx="219456" cy="219456"/>
          </a:xfrm>
          <a:prstGeom prst="ellipse">
            <a:avLst/>
          </a:prstGeom>
          <a:solidFill>
            <a:srgbClr val="F97C44"/>
          </a:solidFill>
          <a:ln/>
        </p:spPr>
      </p:sp>
      <p:sp>
        <p:nvSpPr>
          <p:cNvPr id="37" name="Text 35"/>
          <p:cNvSpPr/>
          <p:nvPr/>
        </p:nvSpPr>
        <p:spPr>
          <a:xfrm>
            <a:off x="18685764" y="10149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Local dashboard</a:t>
            </a:r>
            <a:endParaRPr lang="en-US" sz="2800" dirty="0"/>
          </a:p>
        </p:txBody>
      </p:sp>
      <p:sp>
        <p:nvSpPr>
          <p:cNvPr id="42" name="Desc 5"/>
          <p:cNvSpPr/>
          <p:nvPr/>
        </p:nvSpPr>
        <p:spPr>
          <a:xfrm>
            <a:off x="18685764" y="1092708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One search across all services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307592"/>
                </a:moveTo>
                <a:lnTo>
                  <a:pt x="435343" y="1296586"/>
                </a:lnTo>
                <a:lnTo>
                  <a:pt x="870685" y="1275795"/>
                </a:lnTo>
                <a:lnTo>
                  <a:pt x="1306028" y="1269927"/>
                </a:lnTo>
                <a:lnTo>
                  <a:pt x="1741370" y="1303693"/>
                </a:lnTo>
                <a:lnTo>
                  <a:pt x="2176713" y="1386382"/>
                </a:lnTo>
                <a:lnTo>
                  <a:pt x="2612055" y="1494204"/>
                </a:lnTo>
                <a:lnTo>
                  <a:pt x="3047398" y="1643420"/>
                </a:lnTo>
                <a:lnTo>
                  <a:pt x="3482741" y="1853246"/>
                </a:lnTo>
                <a:lnTo>
                  <a:pt x="3918083" y="2143301"/>
                </a:lnTo>
                <a:lnTo>
                  <a:pt x="4353426" y="2521972"/>
                </a:lnTo>
                <a:lnTo>
                  <a:pt x="4788768" y="2966094"/>
                </a:lnTo>
                <a:lnTo>
                  <a:pt x="5224111" y="3448556"/>
                </a:lnTo>
                <a:lnTo>
                  <a:pt x="5659453" y="3942639"/>
                </a:lnTo>
                <a:lnTo>
                  <a:pt x="6094796" y="4489633"/>
                </a:lnTo>
                <a:lnTo>
                  <a:pt x="6530139" y="5085533"/>
                </a:lnTo>
                <a:lnTo>
                  <a:pt x="6965481" y="5664108"/>
                </a:lnTo>
                <a:lnTo>
                  <a:pt x="7400824" y="6159123"/>
                </a:lnTo>
                <a:lnTo>
                  <a:pt x="7836166" y="6541936"/>
                </a:lnTo>
                <a:lnTo>
                  <a:pt x="8271509" y="6860333"/>
                </a:lnTo>
                <a:lnTo>
                  <a:pt x="8706851" y="7104523"/>
                </a:lnTo>
                <a:lnTo>
                  <a:pt x="9142194" y="7261809"/>
                </a:lnTo>
                <a:lnTo>
                  <a:pt x="9577537" y="7315646"/>
                </a:lnTo>
                <a:lnTo>
                  <a:pt x="10012879" y="7246449"/>
                </a:lnTo>
                <a:lnTo>
                  <a:pt x="10448222" y="7090172"/>
                </a:lnTo>
                <a:lnTo>
                  <a:pt x="10883564" y="6890743"/>
                </a:lnTo>
                <a:lnTo>
                  <a:pt x="11318907" y="6691050"/>
                </a:lnTo>
                <a:lnTo>
                  <a:pt x="11754250" y="6473612"/>
                </a:lnTo>
                <a:lnTo>
                  <a:pt x="12189592" y="6226493"/>
                </a:lnTo>
                <a:lnTo>
                  <a:pt x="12624935" y="5965822"/>
                </a:lnTo>
                <a:lnTo>
                  <a:pt x="13060277" y="5707730"/>
                </a:lnTo>
                <a:lnTo>
                  <a:pt x="13495620" y="5454457"/>
                </a:lnTo>
                <a:lnTo>
                  <a:pt x="13930962" y="5193979"/>
                </a:lnTo>
                <a:lnTo>
                  <a:pt x="14366305" y="4935472"/>
                </a:lnTo>
                <a:lnTo>
                  <a:pt x="14801648" y="4688545"/>
                </a:lnTo>
                <a:lnTo>
                  <a:pt x="15236990" y="4459620"/>
                </a:lnTo>
                <a:lnTo>
                  <a:pt x="15672333" y="4240085"/>
                </a:lnTo>
                <a:lnTo>
                  <a:pt x="16107675" y="4032905"/>
                </a:lnTo>
                <a:lnTo>
                  <a:pt x="16543018" y="3843227"/>
                </a:lnTo>
                <a:lnTo>
                  <a:pt x="16978360" y="3675892"/>
                </a:lnTo>
                <a:lnTo>
                  <a:pt x="17413703" y="3527638"/>
                </a:lnTo>
                <a:lnTo>
                  <a:pt x="17849046" y="3398039"/>
                </a:lnTo>
                <a:lnTo>
                  <a:pt x="18284388" y="3289840"/>
                </a:lnTo>
                <a:lnTo>
                  <a:pt x="18719731" y="3205787"/>
                </a:lnTo>
                <a:lnTo>
                  <a:pt x="19155073" y="3147081"/>
                </a:lnTo>
                <a:lnTo>
                  <a:pt x="19590416" y="3112070"/>
                </a:lnTo>
                <a:lnTo>
                  <a:pt x="20025758" y="3099717"/>
                </a:lnTo>
                <a:lnTo>
                  <a:pt x="20461101" y="3108995"/>
                </a:lnTo>
                <a:lnTo>
                  <a:pt x="20896444" y="3139511"/>
                </a:lnTo>
                <a:lnTo>
                  <a:pt x="21331786" y="3192578"/>
                </a:lnTo>
                <a:lnTo>
                  <a:pt x="21767129" y="3267080"/>
                </a:lnTo>
                <a:lnTo>
                  <a:pt x="22202471" y="3361645"/>
                </a:lnTo>
                <a:lnTo>
                  <a:pt x="22637814" y="3477491"/>
                </a:lnTo>
                <a:lnTo>
                  <a:pt x="23073156" y="3641414"/>
                </a:lnTo>
                <a:lnTo>
                  <a:pt x="23508499" y="3830108"/>
                </a:lnTo>
                <a:lnTo>
                  <a:pt x="23943842" y="4004106"/>
                </a:lnTo>
                <a:lnTo>
                  <a:pt x="24379184" y="41239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728216"/>
                </a:moveTo>
                <a:lnTo>
                  <a:pt x="435343" y="1717621"/>
                </a:lnTo>
                <a:lnTo>
                  <a:pt x="870685" y="1698650"/>
                </a:lnTo>
                <a:lnTo>
                  <a:pt x="1306028" y="1690519"/>
                </a:lnTo>
                <a:lnTo>
                  <a:pt x="1741370" y="1712447"/>
                </a:lnTo>
                <a:lnTo>
                  <a:pt x="2176713" y="1769832"/>
                </a:lnTo>
                <a:lnTo>
                  <a:pt x="2612055" y="1841753"/>
                </a:lnTo>
                <a:lnTo>
                  <a:pt x="3047398" y="1946725"/>
                </a:lnTo>
                <a:lnTo>
                  <a:pt x="3482741" y="2106026"/>
                </a:lnTo>
                <a:lnTo>
                  <a:pt x="3918083" y="2340495"/>
                </a:lnTo>
                <a:lnTo>
                  <a:pt x="4353426" y="2653573"/>
                </a:lnTo>
                <a:lnTo>
                  <a:pt x="4788768" y="3025871"/>
                </a:lnTo>
                <a:lnTo>
                  <a:pt x="5224111" y="3436456"/>
                </a:lnTo>
                <a:lnTo>
                  <a:pt x="5659453" y="3864705"/>
                </a:lnTo>
                <a:lnTo>
                  <a:pt x="6094796" y="4343543"/>
                </a:lnTo>
                <a:lnTo>
                  <a:pt x="6530139" y="4869441"/>
                </a:lnTo>
                <a:lnTo>
                  <a:pt x="6965481" y="5389548"/>
                </a:lnTo>
                <a:lnTo>
                  <a:pt x="7400824" y="5851016"/>
                </a:lnTo>
                <a:lnTo>
                  <a:pt x="7836166" y="6234161"/>
                </a:lnTo>
                <a:lnTo>
                  <a:pt x="8271509" y="6579633"/>
                </a:lnTo>
                <a:lnTo>
                  <a:pt x="8706851" y="6870900"/>
                </a:lnTo>
                <a:lnTo>
                  <a:pt x="9142194" y="7088743"/>
                </a:lnTo>
                <a:lnTo>
                  <a:pt x="9577537" y="7213544"/>
                </a:lnTo>
                <a:lnTo>
                  <a:pt x="10012879" y="7239638"/>
                </a:lnTo>
                <a:lnTo>
                  <a:pt x="10448222" y="7191023"/>
                </a:lnTo>
                <a:lnTo>
                  <a:pt x="10883564" y="7094468"/>
                </a:lnTo>
                <a:lnTo>
                  <a:pt x="11318907" y="6976013"/>
                </a:lnTo>
                <a:lnTo>
                  <a:pt x="11754250" y="6821126"/>
                </a:lnTo>
                <a:lnTo>
                  <a:pt x="12189592" y="6624828"/>
                </a:lnTo>
                <a:lnTo>
                  <a:pt x="12624935" y="6402906"/>
                </a:lnTo>
                <a:lnTo>
                  <a:pt x="13060277" y="6171147"/>
                </a:lnTo>
                <a:lnTo>
                  <a:pt x="13495620" y="5930665"/>
                </a:lnTo>
                <a:lnTo>
                  <a:pt x="13930962" y="5669280"/>
                </a:lnTo>
                <a:lnTo>
                  <a:pt x="14366305" y="5398532"/>
                </a:lnTo>
                <a:lnTo>
                  <a:pt x="14801648" y="5130433"/>
                </a:lnTo>
                <a:lnTo>
                  <a:pt x="15236990" y="4872430"/>
                </a:lnTo>
                <a:lnTo>
                  <a:pt x="15672333" y="4612028"/>
                </a:lnTo>
                <a:lnTo>
                  <a:pt x="16107675" y="4355568"/>
                </a:lnTo>
                <a:lnTo>
                  <a:pt x="16543018" y="4112660"/>
                </a:lnTo>
                <a:lnTo>
                  <a:pt x="16978360" y="3892338"/>
                </a:lnTo>
                <a:lnTo>
                  <a:pt x="17413703" y="3688498"/>
                </a:lnTo>
                <a:lnTo>
                  <a:pt x="17849046" y="3500356"/>
                </a:lnTo>
                <a:lnTo>
                  <a:pt x="18284388" y="3333059"/>
                </a:lnTo>
                <a:lnTo>
                  <a:pt x="18719731" y="3191757"/>
                </a:lnTo>
                <a:lnTo>
                  <a:pt x="19155073" y="3077278"/>
                </a:lnTo>
                <a:lnTo>
                  <a:pt x="19590416" y="2986442"/>
                </a:lnTo>
                <a:lnTo>
                  <a:pt x="20025758" y="2920254"/>
                </a:lnTo>
                <a:lnTo>
                  <a:pt x="20461101" y="2879742"/>
                </a:lnTo>
                <a:lnTo>
                  <a:pt x="20896444" y="2865858"/>
                </a:lnTo>
                <a:lnTo>
                  <a:pt x="21331786" y="2878422"/>
                </a:lnTo>
                <a:lnTo>
                  <a:pt x="21767129" y="2916426"/>
                </a:lnTo>
                <a:lnTo>
                  <a:pt x="22202471" y="2978840"/>
                </a:lnTo>
                <a:lnTo>
                  <a:pt x="22637814" y="3067222"/>
                </a:lnTo>
                <a:lnTo>
                  <a:pt x="23073156" y="3208465"/>
                </a:lnTo>
                <a:lnTo>
                  <a:pt x="23508499" y="3378958"/>
                </a:lnTo>
                <a:lnTo>
                  <a:pt x="23943842" y="3538891"/>
                </a:lnTo>
                <a:lnTo>
                  <a:pt x="24379184" y="36484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139696"/>
                </a:moveTo>
                <a:lnTo>
                  <a:pt x="435343" y="2132696"/>
                </a:lnTo>
                <a:lnTo>
                  <a:pt x="870685" y="2120161"/>
                </a:lnTo>
                <a:lnTo>
                  <a:pt x="1306028" y="2114789"/>
                </a:lnTo>
                <a:lnTo>
                  <a:pt x="1741370" y="2129277"/>
                </a:lnTo>
                <a:lnTo>
                  <a:pt x="2176713" y="2164315"/>
                </a:lnTo>
                <a:lnTo>
                  <a:pt x="2612055" y="2202272"/>
                </a:lnTo>
                <a:lnTo>
                  <a:pt x="3047398" y="2264622"/>
                </a:lnTo>
                <a:lnTo>
                  <a:pt x="3482741" y="2375387"/>
                </a:lnTo>
                <a:lnTo>
                  <a:pt x="3918083" y="2557371"/>
                </a:lnTo>
                <a:lnTo>
                  <a:pt x="4353426" y="2809624"/>
                </a:lnTo>
                <a:lnTo>
                  <a:pt x="4788768" y="3115431"/>
                </a:lnTo>
                <a:lnTo>
                  <a:pt x="5224111" y="3458663"/>
                </a:lnTo>
                <a:lnTo>
                  <a:pt x="5659453" y="3823431"/>
                </a:lnTo>
                <a:lnTo>
                  <a:pt x="6094796" y="4235387"/>
                </a:lnTo>
                <a:lnTo>
                  <a:pt x="6530139" y="4691692"/>
                </a:lnTo>
                <a:lnTo>
                  <a:pt x="6965481" y="5151164"/>
                </a:lnTo>
                <a:lnTo>
                  <a:pt x="7400824" y="5572623"/>
                </a:lnTo>
                <a:lnTo>
                  <a:pt x="7836166" y="5942571"/>
                </a:lnTo>
                <a:lnTo>
                  <a:pt x="8271509" y="6294146"/>
                </a:lnTo>
                <a:lnTo>
                  <a:pt x="8706851" y="6609404"/>
                </a:lnTo>
                <a:lnTo>
                  <a:pt x="9142194" y="6868099"/>
                </a:lnTo>
                <a:lnTo>
                  <a:pt x="9577537" y="7052147"/>
                </a:lnTo>
                <a:lnTo>
                  <a:pt x="10012879" y="7167008"/>
                </a:lnTo>
                <a:lnTo>
                  <a:pt x="10448222" y="7223467"/>
                </a:lnTo>
                <a:lnTo>
                  <a:pt x="10883564" y="7230789"/>
                </a:lnTo>
                <a:lnTo>
                  <a:pt x="11318907" y="7197875"/>
                </a:lnTo>
                <a:lnTo>
                  <a:pt x="11754250" y="7115212"/>
                </a:lnTo>
                <a:lnTo>
                  <a:pt x="12189592" y="6983730"/>
                </a:lnTo>
                <a:lnTo>
                  <a:pt x="12624935" y="6815782"/>
                </a:lnTo>
                <a:lnTo>
                  <a:pt x="13060277" y="6623724"/>
                </a:lnTo>
                <a:lnTo>
                  <a:pt x="13495620" y="6406074"/>
                </a:lnTo>
                <a:lnTo>
                  <a:pt x="13930962" y="6152392"/>
                </a:lnTo>
                <a:lnTo>
                  <a:pt x="14366305" y="5877310"/>
                </a:lnTo>
                <a:lnTo>
                  <a:pt x="14801648" y="5595927"/>
                </a:lnTo>
                <a:lnTo>
                  <a:pt x="15236990" y="5317557"/>
                </a:lnTo>
                <a:lnTo>
                  <a:pt x="15672333" y="5026341"/>
                </a:lnTo>
                <a:lnTo>
                  <a:pt x="16107675" y="4730478"/>
                </a:lnTo>
                <a:lnTo>
                  <a:pt x="16543018" y="4442324"/>
                </a:lnTo>
                <a:lnTo>
                  <a:pt x="16978360" y="4173387"/>
                </a:lnTo>
                <a:lnTo>
                  <a:pt x="17413703" y="3913819"/>
                </a:lnTo>
                <a:lnTo>
                  <a:pt x="17849046" y="3664106"/>
                </a:lnTo>
                <a:lnTo>
                  <a:pt x="18284388" y="3433858"/>
                </a:lnTo>
                <a:lnTo>
                  <a:pt x="18719731" y="3232683"/>
                </a:lnTo>
                <a:lnTo>
                  <a:pt x="19155073" y="3062064"/>
                </a:lnTo>
                <a:lnTo>
                  <a:pt x="19590416" y="2916061"/>
                </a:lnTo>
                <a:lnTo>
                  <a:pt x="20025758" y="2796686"/>
                </a:lnTo>
                <a:lnTo>
                  <a:pt x="20461101" y="2705998"/>
                </a:lnTo>
                <a:lnTo>
                  <a:pt x="20896444" y="2645415"/>
                </a:lnTo>
                <a:lnTo>
                  <a:pt x="21331786" y="2613612"/>
                </a:lnTo>
                <a:lnTo>
                  <a:pt x="21767129" y="2610390"/>
                </a:lnTo>
                <a:lnTo>
                  <a:pt x="22202471" y="2635749"/>
                </a:lnTo>
                <a:lnTo>
                  <a:pt x="22637814" y="2692180"/>
                </a:lnTo>
                <a:lnTo>
                  <a:pt x="23073156" y="2805954"/>
                </a:lnTo>
                <a:lnTo>
                  <a:pt x="23508499" y="2953369"/>
                </a:lnTo>
                <a:lnTo>
                  <a:pt x="23943842" y="3094958"/>
                </a:lnTo>
                <a:lnTo>
                  <a:pt x="24379184" y="31912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108960"/>
                </a:moveTo>
                <a:lnTo>
                  <a:pt x="435343" y="3010013"/>
                </a:lnTo>
                <a:lnTo>
                  <a:pt x="870685" y="2863681"/>
                </a:lnTo>
                <a:lnTo>
                  <a:pt x="1306028" y="2714234"/>
                </a:lnTo>
                <a:lnTo>
                  <a:pt x="1741370" y="2605942"/>
                </a:lnTo>
                <a:lnTo>
                  <a:pt x="2176713" y="2562519"/>
                </a:lnTo>
                <a:lnTo>
                  <a:pt x="2612055" y="2550695"/>
                </a:lnTo>
                <a:lnTo>
                  <a:pt x="3047398" y="2576902"/>
                </a:lnTo>
                <a:lnTo>
                  <a:pt x="3482741" y="2651094"/>
                </a:lnTo>
                <a:lnTo>
                  <a:pt x="3918083" y="2783364"/>
                </a:lnTo>
                <a:lnTo>
                  <a:pt x="4353426" y="2977635"/>
                </a:lnTo>
                <a:lnTo>
                  <a:pt x="4788768" y="3222363"/>
                </a:lnTo>
                <a:lnTo>
                  <a:pt x="5224111" y="3504163"/>
                </a:lnTo>
                <a:lnTo>
                  <a:pt x="5659453" y="3809844"/>
                </a:lnTo>
                <a:lnTo>
                  <a:pt x="6094796" y="4159520"/>
                </a:lnTo>
                <a:lnTo>
                  <a:pt x="6530139" y="4551328"/>
                </a:lnTo>
                <a:lnTo>
                  <a:pt x="6965481" y="4953009"/>
                </a:lnTo>
                <a:lnTo>
                  <a:pt x="7400824" y="5332304"/>
                </a:lnTo>
                <a:lnTo>
                  <a:pt x="7836166" y="5679213"/>
                </a:lnTo>
                <a:lnTo>
                  <a:pt x="8271509" y="6020149"/>
                </a:lnTo>
                <a:lnTo>
                  <a:pt x="8706851" y="6339483"/>
                </a:lnTo>
                <a:lnTo>
                  <a:pt x="9142194" y="6619711"/>
                </a:lnTo>
                <a:lnTo>
                  <a:pt x="9577537" y="6846999"/>
                </a:lnTo>
                <a:lnTo>
                  <a:pt x="10012879" y="7034009"/>
                </a:lnTo>
                <a:lnTo>
                  <a:pt x="10448222" y="7179986"/>
                </a:lnTo>
                <a:lnTo>
                  <a:pt x="10883564" y="7279784"/>
                </a:lnTo>
                <a:lnTo>
                  <a:pt x="11318907" y="7328243"/>
                </a:lnTo>
                <a:lnTo>
                  <a:pt x="11754250" y="7322164"/>
                </a:lnTo>
                <a:lnTo>
                  <a:pt x="12189592" y="7266051"/>
                </a:lnTo>
                <a:lnTo>
                  <a:pt x="12624935" y="7166081"/>
                </a:lnTo>
                <a:lnTo>
                  <a:pt x="13060277" y="7028432"/>
                </a:lnTo>
                <a:lnTo>
                  <a:pt x="13495620" y="6849243"/>
                </a:lnTo>
                <a:lnTo>
                  <a:pt x="13930962" y="6622095"/>
                </a:lnTo>
                <a:lnTo>
                  <a:pt x="14366305" y="6361720"/>
                </a:lnTo>
                <a:lnTo>
                  <a:pt x="14801648" y="6083218"/>
                </a:lnTo>
                <a:lnTo>
                  <a:pt x="15236990" y="5795090"/>
                </a:lnTo>
                <a:lnTo>
                  <a:pt x="15672333" y="5479040"/>
                </a:lnTo>
                <a:lnTo>
                  <a:pt x="16107675" y="5146975"/>
                </a:lnTo>
                <a:lnTo>
                  <a:pt x="16543018" y="4815711"/>
                </a:lnTo>
                <a:lnTo>
                  <a:pt x="16978360" y="4500914"/>
                </a:lnTo>
                <a:lnTo>
                  <a:pt x="17413703" y="4189205"/>
                </a:lnTo>
                <a:lnTo>
                  <a:pt x="17849046" y="3881227"/>
                </a:lnTo>
                <a:lnTo>
                  <a:pt x="18284388" y="3590020"/>
                </a:lnTo>
                <a:lnTo>
                  <a:pt x="18719731" y="3328626"/>
                </a:lnTo>
                <a:lnTo>
                  <a:pt x="19155073" y="3098255"/>
                </a:lnTo>
                <a:lnTo>
                  <a:pt x="19590416" y="2890800"/>
                </a:lnTo>
                <a:lnTo>
                  <a:pt x="20025758" y="2710651"/>
                </a:lnTo>
                <a:lnTo>
                  <a:pt x="20461101" y="2562268"/>
                </a:lnTo>
                <a:lnTo>
                  <a:pt x="20896444" y="2448406"/>
                </a:lnTo>
                <a:lnTo>
                  <a:pt x="21331786" y="2365546"/>
                </a:lnTo>
                <a:lnTo>
                  <a:pt x="21767129" y="2314469"/>
                </a:lnTo>
                <a:lnTo>
                  <a:pt x="22202471" y="2296549"/>
                </a:lnTo>
                <a:lnTo>
                  <a:pt x="22637814" y="2315506"/>
                </a:lnTo>
                <a:lnTo>
                  <a:pt x="23073156" y="2396631"/>
                </a:lnTo>
                <a:lnTo>
                  <a:pt x="23508499" y="2516236"/>
                </a:lnTo>
                <a:lnTo>
                  <a:pt x="23943842" y="2635541"/>
                </a:lnTo>
                <a:lnTo>
                  <a:pt x="24379184" y="27157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953512"/>
                </a:moveTo>
                <a:lnTo>
                  <a:pt x="435343" y="2953323"/>
                </a:lnTo>
                <a:lnTo>
                  <a:pt x="870685" y="2952984"/>
                </a:lnTo>
                <a:lnTo>
                  <a:pt x="1306028" y="2952839"/>
                </a:lnTo>
                <a:lnTo>
                  <a:pt x="1741370" y="2953230"/>
                </a:lnTo>
                <a:lnTo>
                  <a:pt x="2176713" y="2945841"/>
                </a:lnTo>
                <a:lnTo>
                  <a:pt x="2612055" y="2919170"/>
                </a:lnTo>
                <a:lnTo>
                  <a:pt x="3047398" y="2900559"/>
                </a:lnTo>
                <a:lnTo>
                  <a:pt x="3482741" y="2919522"/>
                </a:lnTo>
                <a:lnTo>
                  <a:pt x="3918083" y="3002955"/>
                </a:lnTo>
                <a:lnTo>
                  <a:pt x="4353426" y="3142236"/>
                </a:lnTo>
                <a:lnTo>
                  <a:pt x="4788768" y="3324811"/>
                </a:lnTo>
                <a:lnTo>
                  <a:pt x="5224111" y="3542444"/>
                </a:lnTo>
                <a:lnTo>
                  <a:pt x="5659453" y="3787030"/>
                </a:lnTo>
                <a:lnTo>
                  <a:pt x="6094796" y="4073081"/>
                </a:lnTo>
                <a:lnTo>
                  <a:pt x="6530139" y="4398553"/>
                </a:lnTo>
                <a:lnTo>
                  <a:pt x="6965481" y="4740111"/>
                </a:lnTo>
                <a:lnTo>
                  <a:pt x="7400824" y="5074418"/>
                </a:lnTo>
                <a:lnTo>
                  <a:pt x="7836166" y="5395810"/>
                </a:lnTo>
                <a:lnTo>
                  <a:pt x="8271509" y="5724642"/>
                </a:lnTo>
                <a:lnTo>
                  <a:pt x="8706851" y="6045290"/>
                </a:lnTo>
                <a:lnTo>
                  <a:pt x="9142194" y="6340596"/>
                </a:lnTo>
                <a:lnTo>
                  <a:pt x="9577537" y="6597805"/>
                </a:lnTo>
                <a:lnTo>
                  <a:pt x="10012879" y="6832915"/>
                </a:lnTo>
                <a:lnTo>
                  <a:pt x="10448222" y="7040640"/>
                </a:lnTo>
                <a:lnTo>
                  <a:pt x="10883564" y="7210000"/>
                </a:lnTo>
                <a:lnTo>
                  <a:pt x="11318907" y="7330306"/>
                </a:lnTo>
                <a:lnTo>
                  <a:pt x="11754250" y="7407325"/>
                </a:lnTo>
                <a:lnTo>
                  <a:pt x="12189592" y="7443216"/>
                </a:lnTo>
                <a:lnTo>
                  <a:pt x="12624935" y="7431800"/>
                </a:lnTo>
                <a:lnTo>
                  <a:pt x="13060277" y="7366901"/>
                </a:lnTo>
                <a:lnTo>
                  <a:pt x="13495620" y="7240045"/>
                </a:lnTo>
                <a:lnTo>
                  <a:pt x="13930962" y="7052903"/>
                </a:lnTo>
                <a:lnTo>
                  <a:pt x="14366305" y="6820074"/>
                </a:lnTo>
                <a:lnTo>
                  <a:pt x="14801648" y="6556315"/>
                </a:lnTo>
                <a:lnTo>
                  <a:pt x="15236990" y="6269051"/>
                </a:lnTo>
                <a:lnTo>
                  <a:pt x="15672333" y="5937758"/>
                </a:lnTo>
                <a:lnTo>
                  <a:pt x="16107675" y="5578096"/>
                </a:lnTo>
                <a:lnTo>
                  <a:pt x="16543018" y="5211341"/>
                </a:lnTo>
                <a:lnTo>
                  <a:pt x="16978360" y="4857342"/>
                </a:lnTo>
                <a:lnTo>
                  <a:pt x="17413703" y="4499648"/>
                </a:lnTo>
                <a:lnTo>
                  <a:pt x="17849046" y="4138715"/>
                </a:lnTo>
                <a:lnTo>
                  <a:pt x="18284388" y="3790331"/>
                </a:lnTo>
                <a:lnTo>
                  <a:pt x="18719731" y="3470281"/>
                </a:lnTo>
                <a:lnTo>
                  <a:pt x="19155073" y="3178501"/>
                </a:lnTo>
                <a:lnTo>
                  <a:pt x="19590416" y="2905093"/>
                </a:lnTo>
                <a:lnTo>
                  <a:pt x="20025758" y="2658531"/>
                </a:lnTo>
                <a:lnTo>
                  <a:pt x="20461101" y="2447397"/>
                </a:lnTo>
                <a:lnTo>
                  <a:pt x="20896444" y="2276963"/>
                </a:lnTo>
                <a:lnTo>
                  <a:pt x="21331786" y="2140410"/>
                </a:lnTo>
                <a:lnTo>
                  <a:pt x="21767129" y="2039338"/>
                </a:lnTo>
                <a:lnTo>
                  <a:pt x="22202471" y="1976490"/>
                </a:lnTo>
                <a:lnTo>
                  <a:pt x="22637814" y="1956839"/>
                </a:lnTo>
                <a:lnTo>
                  <a:pt x="23073156" y="2004923"/>
                </a:lnTo>
                <a:lnTo>
                  <a:pt x="23508499" y="2096863"/>
                </a:lnTo>
                <a:lnTo>
                  <a:pt x="23943842" y="2194223"/>
                </a:lnTo>
                <a:lnTo>
                  <a:pt x="24379184" y="22585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300984"/>
                </a:moveTo>
                <a:lnTo>
                  <a:pt x="435343" y="3302876"/>
                </a:lnTo>
                <a:lnTo>
                  <a:pt x="870685" y="3306264"/>
                </a:lnTo>
                <a:lnTo>
                  <a:pt x="1306028" y="3307716"/>
                </a:lnTo>
                <a:lnTo>
                  <a:pt x="1741370" y="3303800"/>
                </a:lnTo>
                <a:lnTo>
                  <a:pt x="2176713" y="3284625"/>
                </a:lnTo>
                <a:lnTo>
                  <a:pt x="2612055" y="3242121"/>
                </a:lnTo>
                <a:lnTo>
                  <a:pt x="3047398" y="3201641"/>
                </a:lnTo>
                <a:lnTo>
                  <a:pt x="3482741" y="3190296"/>
                </a:lnTo>
                <a:lnTo>
                  <a:pt x="3918083" y="3232128"/>
                </a:lnTo>
                <a:lnTo>
                  <a:pt x="4353426" y="3314787"/>
                </a:lnTo>
                <a:lnTo>
                  <a:pt x="4788768" y="3431483"/>
                </a:lnTo>
                <a:lnTo>
                  <a:pt x="5224111" y="3581529"/>
                </a:lnTo>
                <a:lnTo>
                  <a:pt x="5659453" y="3764317"/>
                </a:lnTo>
                <a:lnTo>
                  <a:pt x="6094796" y="3990999"/>
                </a:lnTo>
                <a:lnTo>
                  <a:pt x="6530139" y="4257225"/>
                </a:lnTo>
                <a:lnTo>
                  <a:pt x="6965481" y="4544808"/>
                </a:lnTo>
                <a:lnTo>
                  <a:pt x="7400824" y="4835559"/>
                </a:lnTo>
                <a:lnTo>
                  <a:pt x="7836166" y="5125066"/>
                </a:lnTo>
                <a:lnTo>
                  <a:pt x="8271509" y="5429197"/>
                </a:lnTo>
                <a:lnTo>
                  <a:pt x="8706851" y="5735766"/>
                </a:lnTo>
                <a:lnTo>
                  <a:pt x="9142194" y="6031388"/>
                </a:lnTo>
                <a:lnTo>
                  <a:pt x="9577537" y="6307101"/>
                </a:lnTo>
                <a:lnTo>
                  <a:pt x="10012879" y="6579742"/>
                </a:lnTo>
                <a:lnTo>
                  <a:pt x="10448222" y="6839659"/>
                </a:lnTo>
                <a:lnTo>
                  <a:pt x="10883564" y="7071065"/>
                </a:lnTo>
                <a:lnTo>
                  <a:pt x="11318907" y="7258756"/>
                </a:lnTo>
                <a:lnTo>
                  <a:pt x="11754250" y="7417301"/>
                </a:lnTo>
                <a:lnTo>
                  <a:pt x="12189592" y="7546086"/>
                </a:lnTo>
                <a:lnTo>
                  <a:pt x="12624935" y="7626579"/>
                </a:lnTo>
                <a:lnTo>
                  <a:pt x="13060277" y="7640249"/>
                </a:lnTo>
                <a:lnTo>
                  <a:pt x="13495620" y="7574574"/>
                </a:lnTo>
                <a:lnTo>
                  <a:pt x="13930962" y="7439537"/>
                </a:lnTo>
                <a:lnTo>
                  <a:pt x="14366305" y="7248254"/>
                </a:lnTo>
                <a:lnTo>
                  <a:pt x="14801648" y="7013765"/>
                </a:lnTo>
                <a:lnTo>
                  <a:pt x="15236990" y="6741932"/>
                </a:lnTo>
                <a:lnTo>
                  <a:pt x="15672333" y="6412517"/>
                </a:lnTo>
                <a:lnTo>
                  <a:pt x="16107675" y="6042553"/>
                </a:lnTo>
                <a:lnTo>
                  <a:pt x="16543018" y="5654691"/>
                </a:lnTo>
                <a:lnTo>
                  <a:pt x="16978360" y="5269899"/>
                </a:lnTo>
                <a:lnTo>
                  <a:pt x="17413703" y="4867674"/>
                </a:lnTo>
                <a:lnTo>
                  <a:pt x="17849046" y="4450736"/>
                </a:lnTo>
                <a:lnTo>
                  <a:pt x="18284388" y="4040362"/>
                </a:lnTo>
                <a:lnTo>
                  <a:pt x="18719731" y="3657830"/>
                </a:lnTo>
                <a:lnTo>
                  <a:pt x="19155073" y="3302344"/>
                </a:lnTo>
                <a:lnTo>
                  <a:pt x="19590416" y="2960518"/>
                </a:lnTo>
                <a:lnTo>
                  <a:pt x="20025758" y="2645250"/>
                </a:lnTo>
                <a:lnTo>
                  <a:pt x="20461101" y="2369579"/>
                </a:lnTo>
                <a:lnTo>
                  <a:pt x="20896444" y="2141935"/>
                </a:lnTo>
                <a:lnTo>
                  <a:pt x="21331786" y="1952789"/>
                </a:lnTo>
                <a:lnTo>
                  <a:pt x="21767129" y="1803002"/>
                </a:lnTo>
                <a:lnTo>
                  <a:pt x="22202471" y="1694978"/>
                </a:lnTo>
                <a:lnTo>
                  <a:pt x="22637814" y="1633175"/>
                </a:lnTo>
                <a:lnTo>
                  <a:pt x="23073156" y="1640206"/>
                </a:lnTo>
                <a:lnTo>
                  <a:pt x="23508499" y="1694147"/>
                </a:lnTo>
                <a:lnTo>
                  <a:pt x="23943842" y="1759650"/>
                </a:lnTo>
                <a:lnTo>
                  <a:pt x="24379184" y="18013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630168"/>
                </a:moveTo>
                <a:lnTo>
                  <a:pt x="435343" y="3633573"/>
                </a:lnTo>
                <a:lnTo>
                  <a:pt x="870685" y="3639671"/>
                </a:lnTo>
                <a:lnTo>
                  <a:pt x="1306028" y="3642285"/>
                </a:lnTo>
                <a:lnTo>
                  <a:pt x="1741370" y="3635237"/>
                </a:lnTo>
                <a:lnTo>
                  <a:pt x="2176713" y="3608176"/>
                </a:lnTo>
                <a:lnTo>
                  <a:pt x="2612055" y="3556432"/>
                </a:lnTo>
                <a:lnTo>
                  <a:pt x="3047398" y="3501714"/>
                </a:lnTo>
                <a:lnTo>
                  <a:pt x="3482741" y="3467016"/>
                </a:lnTo>
                <a:lnTo>
                  <a:pt x="3918083" y="3472005"/>
                </a:lnTo>
                <a:lnTo>
                  <a:pt x="4353426" y="3501416"/>
                </a:lnTo>
                <a:lnTo>
                  <a:pt x="4788768" y="3554620"/>
                </a:lnTo>
                <a:lnTo>
                  <a:pt x="5224111" y="3638482"/>
                </a:lnTo>
                <a:lnTo>
                  <a:pt x="5659453" y="3759889"/>
                </a:lnTo>
                <a:lnTo>
                  <a:pt x="6094796" y="3926419"/>
                </a:lnTo>
                <a:lnTo>
                  <a:pt x="6530139" y="4131509"/>
                </a:lnTo>
                <a:lnTo>
                  <a:pt x="6965481" y="4362461"/>
                </a:lnTo>
                <a:lnTo>
                  <a:pt x="7400824" y="4606577"/>
                </a:lnTo>
                <a:lnTo>
                  <a:pt x="7836166" y="4861588"/>
                </a:lnTo>
                <a:lnTo>
                  <a:pt x="8271509" y="5139218"/>
                </a:lnTo>
                <a:lnTo>
                  <a:pt x="8706851" y="5428727"/>
                </a:lnTo>
                <a:lnTo>
                  <a:pt x="9142194" y="5718447"/>
                </a:lnTo>
                <a:lnTo>
                  <a:pt x="9577537" y="6000607"/>
                </a:lnTo>
                <a:lnTo>
                  <a:pt x="10012879" y="6290071"/>
                </a:lnTo>
                <a:lnTo>
                  <a:pt x="10448222" y="6578188"/>
                </a:lnTo>
                <a:lnTo>
                  <a:pt x="10883564" y="6850889"/>
                </a:lnTo>
                <a:lnTo>
                  <a:pt x="11318907" y="7094907"/>
                </a:lnTo>
                <a:lnTo>
                  <a:pt x="11754250" y="7334587"/>
                </a:lnTo>
                <a:lnTo>
                  <a:pt x="12189592" y="7562659"/>
                </a:lnTo>
                <a:lnTo>
                  <a:pt x="12624935" y="7745151"/>
                </a:lnTo>
                <a:lnTo>
                  <a:pt x="13060277" y="7848086"/>
                </a:lnTo>
                <a:lnTo>
                  <a:pt x="13495620" y="7854274"/>
                </a:lnTo>
                <a:lnTo>
                  <a:pt x="13930962" y="7784237"/>
                </a:lnTo>
                <a:lnTo>
                  <a:pt x="14366305" y="7648309"/>
                </a:lnTo>
                <a:lnTo>
                  <a:pt x="14801648" y="7456442"/>
                </a:lnTo>
                <a:lnTo>
                  <a:pt x="15236990" y="7211946"/>
                </a:lnTo>
                <a:lnTo>
                  <a:pt x="15672333" y="6895884"/>
                </a:lnTo>
                <a:lnTo>
                  <a:pt x="16107675" y="6526567"/>
                </a:lnTo>
                <a:lnTo>
                  <a:pt x="16543018" y="6127675"/>
                </a:lnTo>
                <a:lnTo>
                  <a:pt x="16978360" y="5720990"/>
                </a:lnTo>
                <a:lnTo>
                  <a:pt x="17413703" y="5282513"/>
                </a:lnTo>
                <a:lnTo>
                  <a:pt x="17849046" y="4817003"/>
                </a:lnTo>
                <a:lnTo>
                  <a:pt x="18284388" y="4350544"/>
                </a:lnTo>
                <a:lnTo>
                  <a:pt x="18719731" y="3909215"/>
                </a:lnTo>
                <a:lnTo>
                  <a:pt x="19155073" y="3491478"/>
                </a:lnTo>
                <a:lnTo>
                  <a:pt x="19590416" y="3080894"/>
                </a:lnTo>
                <a:lnTo>
                  <a:pt x="20025758" y="2694437"/>
                </a:lnTo>
                <a:lnTo>
                  <a:pt x="20461101" y="2349268"/>
                </a:lnTo>
                <a:lnTo>
                  <a:pt x="20896444" y="2055854"/>
                </a:lnTo>
                <a:lnTo>
                  <a:pt x="21331786" y="1800395"/>
                </a:lnTo>
                <a:lnTo>
                  <a:pt x="21767129" y="1586390"/>
                </a:lnTo>
                <a:lnTo>
                  <a:pt x="22202471" y="1419674"/>
                </a:lnTo>
                <a:lnTo>
                  <a:pt x="22637814" y="1307822"/>
                </a:lnTo>
                <a:lnTo>
                  <a:pt x="23073156" y="1271450"/>
                </a:lnTo>
                <a:lnTo>
                  <a:pt x="23508499" y="1288263"/>
                </a:lnTo>
                <a:lnTo>
                  <a:pt x="23943842" y="1323941"/>
                </a:lnTo>
                <a:lnTo>
                  <a:pt x="24379184" y="13441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13048"/>
                </a:moveTo>
                <a:lnTo>
                  <a:pt x="435343" y="3814940"/>
                </a:lnTo>
                <a:lnTo>
                  <a:pt x="870685" y="3818328"/>
                </a:lnTo>
                <a:lnTo>
                  <a:pt x="1306028" y="3819780"/>
                </a:lnTo>
                <a:lnTo>
                  <a:pt x="1741370" y="3815864"/>
                </a:lnTo>
                <a:lnTo>
                  <a:pt x="2176713" y="3802240"/>
                </a:lnTo>
                <a:lnTo>
                  <a:pt x="2612055" y="3778177"/>
                </a:lnTo>
                <a:lnTo>
                  <a:pt x="3047398" y="3751210"/>
                </a:lnTo>
                <a:lnTo>
                  <a:pt x="3482741" y="3729232"/>
                </a:lnTo>
                <a:lnTo>
                  <a:pt x="3918083" y="3717266"/>
                </a:lnTo>
                <a:lnTo>
                  <a:pt x="4353426" y="3698550"/>
                </a:lnTo>
                <a:lnTo>
                  <a:pt x="4788768" y="3685202"/>
                </a:lnTo>
                <a:lnTo>
                  <a:pt x="5224111" y="3697470"/>
                </a:lnTo>
                <a:lnTo>
                  <a:pt x="5659453" y="3755549"/>
                </a:lnTo>
                <a:lnTo>
                  <a:pt x="6094796" y="3864126"/>
                </a:lnTo>
                <a:lnTo>
                  <a:pt x="6530139" y="4011262"/>
                </a:lnTo>
                <a:lnTo>
                  <a:pt x="6965481" y="4188379"/>
                </a:lnTo>
                <a:lnTo>
                  <a:pt x="7400824" y="4386895"/>
                </a:lnTo>
                <a:lnTo>
                  <a:pt x="7836166" y="4605882"/>
                </a:lnTo>
                <a:lnTo>
                  <a:pt x="8271509" y="4853737"/>
                </a:lnTo>
                <a:lnTo>
                  <a:pt x="8706851" y="5121550"/>
                </a:lnTo>
                <a:lnTo>
                  <a:pt x="9142194" y="5399711"/>
                </a:lnTo>
                <a:lnTo>
                  <a:pt x="9577537" y="5681925"/>
                </a:lnTo>
                <a:lnTo>
                  <a:pt x="10012879" y="5980896"/>
                </a:lnTo>
                <a:lnTo>
                  <a:pt x="10448222" y="6288913"/>
                </a:lnTo>
                <a:lnTo>
                  <a:pt x="10883564" y="6593621"/>
                </a:lnTo>
                <a:lnTo>
                  <a:pt x="11318907" y="6883598"/>
                </a:lnTo>
                <a:lnTo>
                  <a:pt x="11754250" y="7189167"/>
                </a:lnTo>
                <a:lnTo>
                  <a:pt x="12189592" y="7498652"/>
                </a:lnTo>
                <a:lnTo>
                  <a:pt x="12624935" y="7768468"/>
                </a:lnTo>
                <a:lnTo>
                  <a:pt x="13060277" y="7955032"/>
                </a:lnTo>
                <a:lnTo>
                  <a:pt x="13495620" y="8041281"/>
                </a:lnTo>
                <a:lnTo>
                  <a:pt x="13930962" y="8055464"/>
                </a:lnTo>
                <a:lnTo>
                  <a:pt x="14366305" y="7998969"/>
                </a:lnTo>
                <a:lnTo>
                  <a:pt x="14801648" y="7872483"/>
                </a:lnTo>
                <a:lnTo>
                  <a:pt x="15236990" y="7672030"/>
                </a:lnTo>
                <a:lnTo>
                  <a:pt x="15672333" y="7383707"/>
                </a:lnTo>
                <a:lnTo>
                  <a:pt x="16107675" y="7027944"/>
                </a:lnTo>
                <a:lnTo>
                  <a:pt x="16543018" y="6629450"/>
                </a:lnTo>
                <a:lnTo>
                  <a:pt x="16978360" y="6210847"/>
                </a:lnTo>
                <a:lnTo>
                  <a:pt x="17413703" y="5745098"/>
                </a:lnTo>
                <a:lnTo>
                  <a:pt x="17849046" y="5238660"/>
                </a:lnTo>
                <a:lnTo>
                  <a:pt x="18284388" y="4721733"/>
                </a:lnTo>
                <a:lnTo>
                  <a:pt x="18719731" y="4224517"/>
                </a:lnTo>
                <a:lnTo>
                  <a:pt x="19155073" y="3743727"/>
                </a:lnTo>
                <a:lnTo>
                  <a:pt x="19590416" y="3260240"/>
                </a:lnTo>
                <a:lnTo>
                  <a:pt x="20025758" y="2796825"/>
                </a:lnTo>
                <a:lnTo>
                  <a:pt x="20461101" y="2376476"/>
                </a:lnTo>
                <a:lnTo>
                  <a:pt x="20896444" y="2012880"/>
                </a:lnTo>
                <a:lnTo>
                  <a:pt x="21331786" y="1686863"/>
                </a:lnTo>
                <a:lnTo>
                  <a:pt x="21767129" y="1404394"/>
                </a:lnTo>
                <a:lnTo>
                  <a:pt x="22202471" y="1174741"/>
                </a:lnTo>
                <a:lnTo>
                  <a:pt x="22637814" y="1008551"/>
                </a:lnTo>
                <a:lnTo>
                  <a:pt x="23073156" y="923988"/>
                </a:lnTo>
                <a:lnTo>
                  <a:pt x="23508499" y="898795"/>
                </a:lnTo>
                <a:lnTo>
                  <a:pt x="23943842" y="900371"/>
                </a:lnTo>
                <a:lnTo>
                  <a:pt x="24379184" y="896112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40480"/>
                </a:moveTo>
                <a:lnTo>
                  <a:pt x="435343" y="3840480"/>
                </a:lnTo>
                <a:lnTo>
                  <a:pt x="870685" y="3840480"/>
                </a:lnTo>
                <a:lnTo>
                  <a:pt x="1306028" y="3840480"/>
                </a:lnTo>
                <a:lnTo>
                  <a:pt x="1741370" y="3840480"/>
                </a:lnTo>
                <a:lnTo>
                  <a:pt x="2176713" y="3840480"/>
                </a:lnTo>
                <a:lnTo>
                  <a:pt x="2612055" y="3840480"/>
                </a:lnTo>
                <a:lnTo>
                  <a:pt x="3047398" y="3840480"/>
                </a:lnTo>
                <a:lnTo>
                  <a:pt x="3482741" y="3840480"/>
                </a:lnTo>
                <a:lnTo>
                  <a:pt x="3918083" y="3839750"/>
                </a:lnTo>
                <a:lnTo>
                  <a:pt x="4353426" y="3833428"/>
                </a:lnTo>
                <a:lnTo>
                  <a:pt x="4788768" y="3826720"/>
                </a:lnTo>
                <a:lnTo>
                  <a:pt x="5224111" y="3827174"/>
                </a:lnTo>
                <a:lnTo>
                  <a:pt x="5659453" y="3842235"/>
                </a:lnTo>
                <a:lnTo>
                  <a:pt x="6094796" y="3860983"/>
                </a:lnTo>
                <a:lnTo>
                  <a:pt x="6530139" y="3884288"/>
                </a:lnTo>
                <a:lnTo>
                  <a:pt x="6965481" y="3929654"/>
                </a:lnTo>
                <a:lnTo>
                  <a:pt x="7400824" y="4014583"/>
                </a:lnTo>
                <a:lnTo>
                  <a:pt x="7836166" y="4150208"/>
                </a:lnTo>
                <a:lnTo>
                  <a:pt x="8271509" y="4326739"/>
                </a:lnTo>
                <a:lnTo>
                  <a:pt x="8706851" y="4536954"/>
                </a:lnTo>
                <a:lnTo>
                  <a:pt x="9142194" y="4773990"/>
                </a:lnTo>
                <a:lnTo>
                  <a:pt x="9577537" y="5032942"/>
                </a:lnTo>
                <a:lnTo>
                  <a:pt x="10012879" y="5321079"/>
                </a:lnTo>
                <a:lnTo>
                  <a:pt x="10448222" y="5635183"/>
                </a:lnTo>
                <a:lnTo>
                  <a:pt x="10883564" y="5969421"/>
                </a:lnTo>
                <a:lnTo>
                  <a:pt x="11318907" y="6318944"/>
                </a:lnTo>
                <a:lnTo>
                  <a:pt x="11754250" y="6719736"/>
                </a:lnTo>
                <a:lnTo>
                  <a:pt x="12189592" y="7153466"/>
                </a:lnTo>
                <a:lnTo>
                  <a:pt x="12624935" y="7566252"/>
                </a:lnTo>
                <a:lnTo>
                  <a:pt x="13060277" y="7904216"/>
                </a:lnTo>
                <a:lnTo>
                  <a:pt x="13495620" y="8155970"/>
                </a:lnTo>
                <a:lnTo>
                  <a:pt x="13930962" y="8360175"/>
                </a:lnTo>
                <a:lnTo>
                  <a:pt x="14366305" y="8495462"/>
                </a:lnTo>
                <a:lnTo>
                  <a:pt x="14801648" y="8539182"/>
                </a:lnTo>
                <a:lnTo>
                  <a:pt x="15236990" y="8470737"/>
                </a:lnTo>
                <a:lnTo>
                  <a:pt x="15672333" y="8294058"/>
                </a:lnTo>
                <a:lnTo>
                  <a:pt x="16107675" y="8027060"/>
                </a:lnTo>
                <a:lnTo>
                  <a:pt x="16543018" y="7687590"/>
                </a:lnTo>
                <a:lnTo>
                  <a:pt x="16978360" y="7291419"/>
                </a:lnTo>
                <a:lnTo>
                  <a:pt x="17413703" y="6808601"/>
                </a:lnTo>
                <a:lnTo>
                  <a:pt x="17849046" y="6251585"/>
                </a:lnTo>
                <a:lnTo>
                  <a:pt x="18284388" y="5657779"/>
                </a:lnTo>
                <a:lnTo>
                  <a:pt x="18719731" y="5064588"/>
                </a:lnTo>
                <a:lnTo>
                  <a:pt x="19155073" y="4463488"/>
                </a:lnTo>
                <a:lnTo>
                  <a:pt x="19590416" y="3830537"/>
                </a:lnTo>
                <a:lnTo>
                  <a:pt x="20025758" y="3203165"/>
                </a:lnTo>
                <a:lnTo>
                  <a:pt x="20461101" y="2619121"/>
                </a:lnTo>
                <a:lnTo>
                  <a:pt x="20896444" y="2100028"/>
                </a:lnTo>
                <a:lnTo>
                  <a:pt x="21331786" y="1612675"/>
                </a:lnTo>
                <a:lnTo>
                  <a:pt x="21767129" y="1170103"/>
                </a:lnTo>
                <a:lnTo>
                  <a:pt x="22202471" y="791186"/>
                </a:lnTo>
                <a:lnTo>
                  <a:pt x="22637814" y="495094"/>
                </a:lnTo>
                <a:lnTo>
                  <a:pt x="23073156" y="292207"/>
                </a:lnTo>
                <a:lnTo>
                  <a:pt x="23508499" y="161202"/>
                </a:lnTo>
                <a:lnTo>
                  <a:pt x="23943842" y="75657"/>
                </a:lnTo>
                <a:lnTo>
                  <a:pt x="24379184" y="91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408408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12712903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3" name="Shape 11"/>
          <p:cNvSpPr/>
          <p:nvPr/>
        </p:nvSpPr>
        <p:spPr>
          <a:xfrm>
            <a:off x="13017398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4" name="Shape 12"/>
          <p:cNvSpPr/>
          <p:nvPr/>
        </p:nvSpPr>
        <p:spPr>
          <a:xfrm>
            <a:off x="13321894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5" name="Shape 13"/>
          <p:cNvSpPr/>
          <p:nvPr/>
        </p:nvSpPr>
        <p:spPr>
          <a:xfrm>
            <a:off x="13626389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6" name="Shape 14"/>
          <p:cNvSpPr/>
          <p:nvPr/>
        </p:nvSpPr>
        <p:spPr>
          <a:xfrm>
            <a:off x="13930884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14235379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8" name="Shape 16"/>
          <p:cNvSpPr/>
          <p:nvPr/>
        </p:nvSpPr>
        <p:spPr>
          <a:xfrm>
            <a:off x="14539874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14844370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15148865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12408408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12712903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13017398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4" name="Shape 22"/>
          <p:cNvSpPr/>
          <p:nvPr/>
        </p:nvSpPr>
        <p:spPr>
          <a:xfrm>
            <a:off x="13321894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5" name="Shape 23"/>
          <p:cNvSpPr/>
          <p:nvPr/>
        </p:nvSpPr>
        <p:spPr>
          <a:xfrm>
            <a:off x="13626389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6" name="Shape 24"/>
          <p:cNvSpPr/>
          <p:nvPr/>
        </p:nvSpPr>
        <p:spPr>
          <a:xfrm>
            <a:off x="13930884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14235379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8" name="Shape 26"/>
          <p:cNvSpPr/>
          <p:nvPr/>
        </p:nvSpPr>
        <p:spPr>
          <a:xfrm>
            <a:off x="14539874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9" name="Shape 27"/>
          <p:cNvSpPr/>
          <p:nvPr/>
        </p:nvSpPr>
        <p:spPr>
          <a:xfrm>
            <a:off x="14844370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0" name="Shape 28"/>
          <p:cNvSpPr/>
          <p:nvPr/>
        </p:nvSpPr>
        <p:spPr>
          <a:xfrm>
            <a:off x="15148865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1" name="Shape 29"/>
          <p:cNvSpPr/>
          <p:nvPr/>
        </p:nvSpPr>
        <p:spPr>
          <a:xfrm>
            <a:off x="12408408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2" name="Shape 30"/>
          <p:cNvSpPr/>
          <p:nvPr/>
        </p:nvSpPr>
        <p:spPr>
          <a:xfrm>
            <a:off x="12712903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3" name="Shape 31"/>
          <p:cNvSpPr/>
          <p:nvPr/>
        </p:nvSpPr>
        <p:spPr>
          <a:xfrm>
            <a:off x="13017398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13321894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5" name="Shape 33"/>
          <p:cNvSpPr/>
          <p:nvPr/>
        </p:nvSpPr>
        <p:spPr>
          <a:xfrm>
            <a:off x="13626389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6" name="Shape 34"/>
          <p:cNvSpPr/>
          <p:nvPr/>
        </p:nvSpPr>
        <p:spPr>
          <a:xfrm>
            <a:off x="13930884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7" name="Shape 35"/>
          <p:cNvSpPr/>
          <p:nvPr/>
        </p:nvSpPr>
        <p:spPr>
          <a:xfrm>
            <a:off x="14235379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8" name="Shape 36"/>
          <p:cNvSpPr/>
          <p:nvPr/>
        </p:nvSpPr>
        <p:spPr>
          <a:xfrm>
            <a:off x="14539874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9" name="Shape 37"/>
          <p:cNvSpPr/>
          <p:nvPr/>
        </p:nvSpPr>
        <p:spPr>
          <a:xfrm>
            <a:off x="14844370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0" name="Shape 38"/>
          <p:cNvSpPr/>
          <p:nvPr/>
        </p:nvSpPr>
        <p:spPr>
          <a:xfrm>
            <a:off x="15148865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1" name="Shape 39"/>
          <p:cNvSpPr/>
          <p:nvPr/>
        </p:nvSpPr>
        <p:spPr>
          <a:xfrm>
            <a:off x="12408408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12712903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3" name="Shape 41"/>
          <p:cNvSpPr/>
          <p:nvPr/>
        </p:nvSpPr>
        <p:spPr>
          <a:xfrm>
            <a:off x="13017398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4" name="Shape 42"/>
          <p:cNvSpPr/>
          <p:nvPr/>
        </p:nvSpPr>
        <p:spPr>
          <a:xfrm>
            <a:off x="13321894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5" name="Shape 43"/>
          <p:cNvSpPr/>
          <p:nvPr/>
        </p:nvSpPr>
        <p:spPr>
          <a:xfrm>
            <a:off x="13626389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6" name="Shape 44"/>
          <p:cNvSpPr/>
          <p:nvPr/>
        </p:nvSpPr>
        <p:spPr>
          <a:xfrm>
            <a:off x="13930884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7" name="Shape 45"/>
          <p:cNvSpPr/>
          <p:nvPr/>
        </p:nvSpPr>
        <p:spPr>
          <a:xfrm>
            <a:off x="14235379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8" name="Shape 46"/>
          <p:cNvSpPr/>
          <p:nvPr/>
        </p:nvSpPr>
        <p:spPr>
          <a:xfrm>
            <a:off x="14539874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14844370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0" name="Shape 48"/>
          <p:cNvSpPr/>
          <p:nvPr/>
        </p:nvSpPr>
        <p:spPr>
          <a:xfrm>
            <a:off x="15148865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1" name="Shape 49"/>
          <p:cNvSpPr/>
          <p:nvPr/>
        </p:nvSpPr>
        <p:spPr>
          <a:xfrm>
            <a:off x="12408408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2" name="Shape 50"/>
          <p:cNvSpPr/>
          <p:nvPr/>
        </p:nvSpPr>
        <p:spPr>
          <a:xfrm>
            <a:off x="12712903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3" name="Shape 51"/>
          <p:cNvSpPr/>
          <p:nvPr/>
        </p:nvSpPr>
        <p:spPr>
          <a:xfrm>
            <a:off x="13017398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4" name="Shape 52"/>
          <p:cNvSpPr/>
          <p:nvPr/>
        </p:nvSpPr>
        <p:spPr>
          <a:xfrm>
            <a:off x="13321894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5" name="Shape 53"/>
          <p:cNvSpPr/>
          <p:nvPr/>
        </p:nvSpPr>
        <p:spPr>
          <a:xfrm>
            <a:off x="13626389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6" name="Shape 54"/>
          <p:cNvSpPr/>
          <p:nvPr/>
        </p:nvSpPr>
        <p:spPr>
          <a:xfrm>
            <a:off x="13930884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14235379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8" name="Shape 56"/>
          <p:cNvSpPr/>
          <p:nvPr/>
        </p:nvSpPr>
        <p:spPr>
          <a:xfrm>
            <a:off x="14539874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9" name="Shape 57"/>
          <p:cNvSpPr/>
          <p:nvPr/>
        </p:nvSpPr>
        <p:spPr>
          <a:xfrm>
            <a:off x="14844370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0" name="Shape 58"/>
          <p:cNvSpPr/>
          <p:nvPr/>
        </p:nvSpPr>
        <p:spPr>
          <a:xfrm>
            <a:off x="15148865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1" name="Shape 59"/>
          <p:cNvSpPr/>
          <p:nvPr/>
        </p:nvSpPr>
        <p:spPr>
          <a:xfrm>
            <a:off x="12408408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2" name="Shape 60"/>
          <p:cNvSpPr/>
          <p:nvPr/>
        </p:nvSpPr>
        <p:spPr>
          <a:xfrm>
            <a:off x="12712903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3" name="Shape 61"/>
          <p:cNvSpPr/>
          <p:nvPr/>
        </p:nvSpPr>
        <p:spPr>
          <a:xfrm>
            <a:off x="13017398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13321894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5" name="Shape 63"/>
          <p:cNvSpPr/>
          <p:nvPr/>
        </p:nvSpPr>
        <p:spPr>
          <a:xfrm>
            <a:off x="13626389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6" name="Shape 64"/>
          <p:cNvSpPr/>
          <p:nvPr/>
        </p:nvSpPr>
        <p:spPr>
          <a:xfrm>
            <a:off x="13930884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7" name="Shape 65"/>
          <p:cNvSpPr/>
          <p:nvPr/>
        </p:nvSpPr>
        <p:spPr>
          <a:xfrm>
            <a:off x="14235379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8" name="Shape 66"/>
          <p:cNvSpPr/>
          <p:nvPr/>
        </p:nvSpPr>
        <p:spPr>
          <a:xfrm>
            <a:off x="14539874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9" name="Shape 67"/>
          <p:cNvSpPr/>
          <p:nvPr/>
        </p:nvSpPr>
        <p:spPr>
          <a:xfrm>
            <a:off x="14844370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0" name="Shape 68"/>
          <p:cNvSpPr/>
          <p:nvPr/>
        </p:nvSpPr>
        <p:spPr>
          <a:xfrm>
            <a:off x="15148865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1" name="Shape 69"/>
          <p:cNvSpPr/>
          <p:nvPr/>
        </p:nvSpPr>
        <p:spPr>
          <a:xfrm>
            <a:off x="12408408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12712903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3" name="Shape 71"/>
          <p:cNvSpPr/>
          <p:nvPr/>
        </p:nvSpPr>
        <p:spPr>
          <a:xfrm>
            <a:off x="13017398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4" name="Shape 72"/>
          <p:cNvSpPr/>
          <p:nvPr/>
        </p:nvSpPr>
        <p:spPr>
          <a:xfrm>
            <a:off x="13321894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5" name="Shape 73"/>
          <p:cNvSpPr/>
          <p:nvPr/>
        </p:nvSpPr>
        <p:spPr>
          <a:xfrm>
            <a:off x="13626389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6" name="Shape 74"/>
          <p:cNvSpPr/>
          <p:nvPr/>
        </p:nvSpPr>
        <p:spPr>
          <a:xfrm>
            <a:off x="13930884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7" name="Shape 75"/>
          <p:cNvSpPr/>
          <p:nvPr/>
        </p:nvSpPr>
        <p:spPr>
          <a:xfrm>
            <a:off x="14235379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8" name="Shape 76"/>
          <p:cNvSpPr/>
          <p:nvPr/>
        </p:nvSpPr>
        <p:spPr>
          <a:xfrm>
            <a:off x="14539874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14844370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0" name="Shape 78"/>
          <p:cNvSpPr/>
          <p:nvPr/>
        </p:nvSpPr>
        <p:spPr>
          <a:xfrm>
            <a:off x="15148865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1" name="Shape 79"/>
          <p:cNvSpPr/>
          <p:nvPr/>
        </p:nvSpPr>
        <p:spPr>
          <a:xfrm>
            <a:off x="12408408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2" name="Shape 80"/>
          <p:cNvSpPr/>
          <p:nvPr/>
        </p:nvSpPr>
        <p:spPr>
          <a:xfrm>
            <a:off x="12712903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3" name="Shape 81"/>
          <p:cNvSpPr/>
          <p:nvPr/>
        </p:nvSpPr>
        <p:spPr>
          <a:xfrm>
            <a:off x="13017398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4" name="Shape 82"/>
          <p:cNvSpPr/>
          <p:nvPr/>
        </p:nvSpPr>
        <p:spPr>
          <a:xfrm>
            <a:off x="13321894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5" name="Shape 83"/>
          <p:cNvSpPr/>
          <p:nvPr/>
        </p:nvSpPr>
        <p:spPr>
          <a:xfrm>
            <a:off x="13626389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6" name="Shape 84"/>
          <p:cNvSpPr/>
          <p:nvPr/>
        </p:nvSpPr>
        <p:spPr>
          <a:xfrm>
            <a:off x="13930884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14235379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8" name="Shape 86"/>
          <p:cNvSpPr/>
          <p:nvPr/>
        </p:nvSpPr>
        <p:spPr>
          <a:xfrm>
            <a:off x="14539874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9" name="Shape 87"/>
          <p:cNvSpPr/>
          <p:nvPr/>
        </p:nvSpPr>
        <p:spPr>
          <a:xfrm>
            <a:off x="14844370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0" name="Shape 88"/>
          <p:cNvSpPr/>
          <p:nvPr/>
        </p:nvSpPr>
        <p:spPr>
          <a:xfrm>
            <a:off x="15148865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1" name="Shape 89"/>
          <p:cNvSpPr/>
          <p:nvPr/>
        </p:nvSpPr>
        <p:spPr>
          <a:xfrm>
            <a:off x="12408408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2" name="Shape 90"/>
          <p:cNvSpPr/>
          <p:nvPr/>
        </p:nvSpPr>
        <p:spPr>
          <a:xfrm>
            <a:off x="12712903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3" name="Shape 91"/>
          <p:cNvSpPr/>
          <p:nvPr/>
        </p:nvSpPr>
        <p:spPr>
          <a:xfrm>
            <a:off x="13017398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13321894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5" name="Shape 93"/>
          <p:cNvSpPr/>
          <p:nvPr/>
        </p:nvSpPr>
        <p:spPr>
          <a:xfrm>
            <a:off x="13626389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6" name="Shape 94"/>
          <p:cNvSpPr/>
          <p:nvPr/>
        </p:nvSpPr>
        <p:spPr>
          <a:xfrm>
            <a:off x="13930884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7" name="Shape 95"/>
          <p:cNvSpPr/>
          <p:nvPr/>
        </p:nvSpPr>
        <p:spPr>
          <a:xfrm>
            <a:off x="14235379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8" name="Shape 96"/>
          <p:cNvSpPr/>
          <p:nvPr/>
        </p:nvSpPr>
        <p:spPr>
          <a:xfrm>
            <a:off x="14539874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9" name="Shape 97"/>
          <p:cNvSpPr/>
          <p:nvPr/>
        </p:nvSpPr>
        <p:spPr>
          <a:xfrm>
            <a:off x="14844370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0" name="Shape 98"/>
          <p:cNvSpPr/>
          <p:nvPr/>
        </p:nvSpPr>
        <p:spPr>
          <a:xfrm>
            <a:off x="15148865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1" name="Shape 99"/>
          <p:cNvSpPr/>
          <p:nvPr/>
        </p:nvSpPr>
        <p:spPr>
          <a:xfrm>
            <a:off x="12408408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2712903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3017398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3321894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3626389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3930884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235379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4539874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844370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5148865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1978640" y="1463040"/>
            <a:ext cx="9875520" cy="8915400"/>
          </a:xfrm>
          <a:prstGeom prst="rect">
            <a:avLst/>
          </a:prstGeom>
          <a:solidFill>
            <a:srgbClr val="FDF1EB"/>
          </a:solidFill>
          <a:ln w="9525">
            <a:solidFill>
              <a:srgbClr val="F8DCC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2252960" y="92354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Test repo dealership-test-tasks: 10 issues</a:t>
            </a:r>
            <a:endParaRPr lang="en-US" sz="2000" dirty="0"/>
          </a:p>
        </p:txBody>
      </p:sp>
      <p:pic>
        <p:nvPicPr>
          <p:cNvPr id="118" name="Screenshot" descr="GitHub issues of the test repo dealership-test-tasks"/>
          <p:cNvPicPr>
            <a:picLocks noChangeAspect="1"/>
          </p:cNvPicPr>
          <p:nvPr/>
        </p:nvPicPr>
        <p:blipFill>
          <a:blip r:embed="rIdShot"/>
          <a:stretch>
            <a:fillRect/>
          </a:stretch>
        </p:blipFill>
        <p:spPr>
          <a:xfrm>
            <a:off x="12252960" y="1737360"/>
            <a:ext cx="9326880" cy="7287768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113" name="Shape 111"/>
          <p:cNvSpPr/>
          <p:nvPr/>
        </p:nvSpPr>
        <p:spPr>
          <a:xfrm>
            <a:off x="19751040" y="9692640"/>
            <a:ext cx="3840480" cy="3291840"/>
          </a:xfrm>
          <a:prstGeom prst="round2DiagRect">
            <a:avLst>
              <a:gd name="adj" fmla="val 25688"/>
            </a:avLst>
          </a:prstGeom>
          <a:solidFill>
            <a:srgbClr val="F97C44"/>
          </a:solidFill>
          <a:ln/>
        </p:spPr>
      </p:sp>
      <p:sp>
        <p:nvSpPr>
          <p:cNvPr id="114" name="Text 112"/>
          <p:cNvSpPr/>
          <p:nvPr/>
        </p:nvSpPr>
        <p:spPr>
          <a:xfrm>
            <a:off x="19751040" y="969264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GH</a:t>
            </a:r>
            <a:endParaRPr lang="en-US" sz="12000" dirty="0"/>
          </a:p>
        </p:txBody>
      </p:sp>
      <p:sp>
        <p:nvSpPr>
          <p:cNvPr id="115" name="Text 113"/>
          <p:cNvSpPr/>
          <p:nvPr/>
        </p:nvSpPr>
        <p:spPr>
          <a:xfrm>
            <a:off x="1673352" y="2706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97C44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Service 2 of 4</a:t>
            </a:r>
            <a:endParaRPr lang="en-US" sz="2000" dirty="0"/>
          </a:p>
        </p:txBody>
      </p:sp>
      <p:sp>
        <p:nvSpPr>
          <p:cNvPr id="116" name="Text 114"/>
          <p:cNvSpPr/>
          <p:nvPr/>
        </p:nvSpPr>
        <p:spPr>
          <a:xfrm>
            <a:off x="1673352" y="3282696"/>
            <a:ext cx="9692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GitHub</a:t>
            </a:r>
            <a:endParaRPr lang="en-US" sz="8000" dirty="0"/>
          </a:p>
        </p:txBody>
      </p:sp>
      <p:sp>
        <p:nvSpPr>
          <p:cNvPr id="117" name="Text 115"/>
          <p:cNvSpPr/>
          <p:nvPr/>
        </p:nvSpPr>
        <p:spPr>
          <a:xfrm>
            <a:off x="1673352" y="5358384"/>
            <a:ext cx="969264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Test account with a repo of 10 issues about daily dealership tasks</a:t>
            </a:r>
            <a:endParaRPr lang="en-US" sz="2800" dirty="0"/>
          </a:p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Connected with the official GitHub MCP server and a personal access token</a:t>
            </a:r>
            <a:endParaRPr lang="en-US" sz="2800" dirty="0"/>
          </a:p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Each issue saved as a JSON file (number, title, state, labels, dates, URL, body)</a:t>
            </a:r>
            <a:endParaRPr lang="en-US" sz="2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307592"/>
                </a:moveTo>
                <a:lnTo>
                  <a:pt x="435343" y="1296586"/>
                </a:lnTo>
                <a:lnTo>
                  <a:pt x="870685" y="1275795"/>
                </a:lnTo>
                <a:lnTo>
                  <a:pt x="1306028" y="1269927"/>
                </a:lnTo>
                <a:lnTo>
                  <a:pt x="1741370" y="1303693"/>
                </a:lnTo>
                <a:lnTo>
                  <a:pt x="2176713" y="1386382"/>
                </a:lnTo>
                <a:lnTo>
                  <a:pt x="2612055" y="1494204"/>
                </a:lnTo>
                <a:lnTo>
                  <a:pt x="3047398" y="1643420"/>
                </a:lnTo>
                <a:lnTo>
                  <a:pt x="3482741" y="1853246"/>
                </a:lnTo>
                <a:lnTo>
                  <a:pt x="3918083" y="2143301"/>
                </a:lnTo>
                <a:lnTo>
                  <a:pt x="4353426" y="2521972"/>
                </a:lnTo>
                <a:lnTo>
                  <a:pt x="4788768" y="2966094"/>
                </a:lnTo>
                <a:lnTo>
                  <a:pt x="5224111" y="3448556"/>
                </a:lnTo>
                <a:lnTo>
                  <a:pt x="5659453" y="3942639"/>
                </a:lnTo>
                <a:lnTo>
                  <a:pt x="6094796" y="4489633"/>
                </a:lnTo>
                <a:lnTo>
                  <a:pt x="6530139" y="5085533"/>
                </a:lnTo>
                <a:lnTo>
                  <a:pt x="6965481" y="5664108"/>
                </a:lnTo>
                <a:lnTo>
                  <a:pt x="7400824" y="6159123"/>
                </a:lnTo>
                <a:lnTo>
                  <a:pt x="7836166" y="6541936"/>
                </a:lnTo>
                <a:lnTo>
                  <a:pt x="8271509" y="6860333"/>
                </a:lnTo>
                <a:lnTo>
                  <a:pt x="8706851" y="7104523"/>
                </a:lnTo>
                <a:lnTo>
                  <a:pt x="9142194" y="7261809"/>
                </a:lnTo>
                <a:lnTo>
                  <a:pt x="9577537" y="7315646"/>
                </a:lnTo>
                <a:lnTo>
                  <a:pt x="10012879" y="7246449"/>
                </a:lnTo>
                <a:lnTo>
                  <a:pt x="10448222" y="7090172"/>
                </a:lnTo>
                <a:lnTo>
                  <a:pt x="10883564" y="6890743"/>
                </a:lnTo>
                <a:lnTo>
                  <a:pt x="11318907" y="6691050"/>
                </a:lnTo>
                <a:lnTo>
                  <a:pt x="11754250" y="6473612"/>
                </a:lnTo>
                <a:lnTo>
                  <a:pt x="12189592" y="6226493"/>
                </a:lnTo>
                <a:lnTo>
                  <a:pt x="12624935" y="5965822"/>
                </a:lnTo>
                <a:lnTo>
                  <a:pt x="13060277" y="5707730"/>
                </a:lnTo>
                <a:lnTo>
                  <a:pt x="13495620" y="5454457"/>
                </a:lnTo>
                <a:lnTo>
                  <a:pt x="13930962" y="5193979"/>
                </a:lnTo>
                <a:lnTo>
                  <a:pt x="14366305" y="4935472"/>
                </a:lnTo>
                <a:lnTo>
                  <a:pt x="14801648" y="4688545"/>
                </a:lnTo>
                <a:lnTo>
                  <a:pt x="15236990" y="4459620"/>
                </a:lnTo>
                <a:lnTo>
                  <a:pt x="15672333" y="4240085"/>
                </a:lnTo>
                <a:lnTo>
                  <a:pt x="16107675" y="4032905"/>
                </a:lnTo>
                <a:lnTo>
                  <a:pt x="16543018" y="3843227"/>
                </a:lnTo>
                <a:lnTo>
                  <a:pt x="16978360" y="3675892"/>
                </a:lnTo>
                <a:lnTo>
                  <a:pt x="17413703" y="3527638"/>
                </a:lnTo>
                <a:lnTo>
                  <a:pt x="17849046" y="3398039"/>
                </a:lnTo>
                <a:lnTo>
                  <a:pt x="18284388" y="3289840"/>
                </a:lnTo>
                <a:lnTo>
                  <a:pt x="18719731" y="3205787"/>
                </a:lnTo>
                <a:lnTo>
                  <a:pt x="19155073" y="3147081"/>
                </a:lnTo>
                <a:lnTo>
                  <a:pt x="19590416" y="3112070"/>
                </a:lnTo>
                <a:lnTo>
                  <a:pt x="20025758" y="3099717"/>
                </a:lnTo>
                <a:lnTo>
                  <a:pt x="20461101" y="3108995"/>
                </a:lnTo>
                <a:lnTo>
                  <a:pt x="20896444" y="3139511"/>
                </a:lnTo>
                <a:lnTo>
                  <a:pt x="21331786" y="3192578"/>
                </a:lnTo>
                <a:lnTo>
                  <a:pt x="21767129" y="3267080"/>
                </a:lnTo>
                <a:lnTo>
                  <a:pt x="22202471" y="3361645"/>
                </a:lnTo>
                <a:lnTo>
                  <a:pt x="22637814" y="3477491"/>
                </a:lnTo>
                <a:lnTo>
                  <a:pt x="23073156" y="3641414"/>
                </a:lnTo>
                <a:lnTo>
                  <a:pt x="23508499" y="3830108"/>
                </a:lnTo>
                <a:lnTo>
                  <a:pt x="23943842" y="4004106"/>
                </a:lnTo>
                <a:lnTo>
                  <a:pt x="24379184" y="41239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728216"/>
                </a:moveTo>
                <a:lnTo>
                  <a:pt x="435343" y="1717621"/>
                </a:lnTo>
                <a:lnTo>
                  <a:pt x="870685" y="1698650"/>
                </a:lnTo>
                <a:lnTo>
                  <a:pt x="1306028" y="1690519"/>
                </a:lnTo>
                <a:lnTo>
                  <a:pt x="1741370" y="1712447"/>
                </a:lnTo>
                <a:lnTo>
                  <a:pt x="2176713" y="1769832"/>
                </a:lnTo>
                <a:lnTo>
                  <a:pt x="2612055" y="1841753"/>
                </a:lnTo>
                <a:lnTo>
                  <a:pt x="3047398" y="1946725"/>
                </a:lnTo>
                <a:lnTo>
                  <a:pt x="3482741" y="2106026"/>
                </a:lnTo>
                <a:lnTo>
                  <a:pt x="3918083" y="2340495"/>
                </a:lnTo>
                <a:lnTo>
                  <a:pt x="4353426" y="2653573"/>
                </a:lnTo>
                <a:lnTo>
                  <a:pt x="4788768" y="3025871"/>
                </a:lnTo>
                <a:lnTo>
                  <a:pt x="5224111" y="3436456"/>
                </a:lnTo>
                <a:lnTo>
                  <a:pt x="5659453" y="3864705"/>
                </a:lnTo>
                <a:lnTo>
                  <a:pt x="6094796" y="4343543"/>
                </a:lnTo>
                <a:lnTo>
                  <a:pt x="6530139" y="4869441"/>
                </a:lnTo>
                <a:lnTo>
                  <a:pt x="6965481" y="5389548"/>
                </a:lnTo>
                <a:lnTo>
                  <a:pt x="7400824" y="5851016"/>
                </a:lnTo>
                <a:lnTo>
                  <a:pt x="7836166" y="6234161"/>
                </a:lnTo>
                <a:lnTo>
                  <a:pt x="8271509" y="6579633"/>
                </a:lnTo>
                <a:lnTo>
                  <a:pt x="8706851" y="6870900"/>
                </a:lnTo>
                <a:lnTo>
                  <a:pt x="9142194" y="7088743"/>
                </a:lnTo>
                <a:lnTo>
                  <a:pt x="9577537" y="7213544"/>
                </a:lnTo>
                <a:lnTo>
                  <a:pt x="10012879" y="7239638"/>
                </a:lnTo>
                <a:lnTo>
                  <a:pt x="10448222" y="7191023"/>
                </a:lnTo>
                <a:lnTo>
                  <a:pt x="10883564" y="7094468"/>
                </a:lnTo>
                <a:lnTo>
                  <a:pt x="11318907" y="6976013"/>
                </a:lnTo>
                <a:lnTo>
                  <a:pt x="11754250" y="6821126"/>
                </a:lnTo>
                <a:lnTo>
                  <a:pt x="12189592" y="6624828"/>
                </a:lnTo>
                <a:lnTo>
                  <a:pt x="12624935" y="6402906"/>
                </a:lnTo>
                <a:lnTo>
                  <a:pt x="13060277" y="6171147"/>
                </a:lnTo>
                <a:lnTo>
                  <a:pt x="13495620" y="5930665"/>
                </a:lnTo>
                <a:lnTo>
                  <a:pt x="13930962" y="5669280"/>
                </a:lnTo>
                <a:lnTo>
                  <a:pt x="14366305" y="5398532"/>
                </a:lnTo>
                <a:lnTo>
                  <a:pt x="14801648" y="5130433"/>
                </a:lnTo>
                <a:lnTo>
                  <a:pt x="15236990" y="4872430"/>
                </a:lnTo>
                <a:lnTo>
                  <a:pt x="15672333" y="4612028"/>
                </a:lnTo>
                <a:lnTo>
                  <a:pt x="16107675" y="4355568"/>
                </a:lnTo>
                <a:lnTo>
                  <a:pt x="16543018" y="4112660"/>
                </a:lnTo>
                <a:lnTo>
                  <a:pt x="16978360" y="3892338"/>
                </a:lnTo>
                <a:lnTo>
                  <a:pt x="17413703" y="3688498"/>
                </a:lnTo>
                <a:lnTo>
                  <a:pt x="17849046" y="3500356"/>
                </a:lnTo>
                <a:lnTo>
                  <a:pt x="18284388" y="3333059"/>
                </a:lnTo>
                <a:lnTo>
                  <a:pt x="18719731" y="3191757"/>
                </a:lnTo>
                <a:lnTo>
                  <a:pt x="19155073" y="3077278"/>
                </a:lnTo>
                <a:lnTo>
                  <a:pt x="19590416" y="2986442"/>
                </a:lnTo>
                <a:lnTo>
                  <a:pt x="20025758" y="2920254"/>
                </a:lnTo>
                <a:lnTo>
                  <a:pt x="20461101" y="2879742"/>
                </a:lnTo>
                <a:lnTo>
                  <a:pt x="20896444" y="2865858"/>
                </a:lnTo>
                <a:lnTo>
                  <a:pt x="21331786" y="2878422"/>
                </a:lnTo>
                <a:lnTo>
                  <a:pt x="21767129" y="2916426"/>
                </a:lnTo>
                <a:lnTo>
                  <a:pt x="22202471" y="2978840"/>
                </a:lnTo>
                <a:lnTo>
                  <a:pt x="22637814" y="3067222"/>
                </a:lnTo>
                <a:lnTo>
                  <a:pt x="23073156" y="3208465"/>
                </a:lnTo>
                <a:lnTo>
                  <a:pt x="23508499" y="3378958"/>
                </a:lnTo>
                <a:lnTo>
                  <a:pt x="23943842" y="3538891"/>
                </a:lnTo>
                <a:lnTo>
                  <a:pt x="24379184" y="36484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139696"/>
                </a:moveTo>
                <a:lnTo>
                  <a:pt x="435343" y="2132696"/>
                </a:lnTo>
                <a:lnTo>
                  <a:pt x="870685" y="2120161"/>
                </a:lnTo>
                <a:lnTo>
                  <a:pt x="1306028" y="2114789"/>
                </a:lnTo>
                <a:lnTo>
                  <a:pt x="1741370" y="2129277"/>
                </a:lnTo>
                <a:lnTo>
                  <a:pt x="2176713" y="2164315"/>
                </a:lnTo>
                <a:lnTo>
                  <a:pt x="2612055" y="2202272"/>
                </a:lnTo>
                <a:lnTo>
                  <a:pt x="3047398" y="2264622"/>
                </a:lnTo>
                <a:lnTo>
                  <a:pt x="3482741" y="2375387"/>
                </a:lnTo>
                <a:lnTo>
                  <a:pt x="3918083" y="2557371"/>
                </a:lnTo>
                <a:lnTo>
                  <a:pt x="4353426" y="2809624"/>
                </a:lnTo>
                <a:lnTo>
                  <a:pt x="4788768" y="3115431"/>
                </a:lnTo>
                <a:lnTo>
                  <a:pt x="5224111" y="3458663"/>
                </a:lnTo>
                <a:lnTo>
                  <a:pt x="5659453" y="3823431"/>
                </a:lnTo>
                <a:lnTo>
                  <a:pt x="6094796" y="4235387"/>
                </a:lnTo>
                <a:lnTo>
                  <a:pt x="6530139" y="4691692"/>
                </a:lnTo>
                <a:lnTo>
                  <a:pt x="6965481" y="5151164"/>
                </a:lnTo>
                <a:lnTo>
                  <a:pt x="7400824" y="5572623"/>
                </a:lnTo>
                <a:lnTo>
                  <a:pt x="7836166" y="5942571"/>
                </a:lnTo>
                <a:lnTo>
                  <a:pt x="8271509" y="6294146"/>
                </a:lnTo>
                <a:lnTo>
                  <a:pt x="8706851" y="6609404"/>
                </a:lnTo>
                <a:lnTo>
                  <a:pt x="9142194" y="6868099"/>
                </a:lnTo>
                <a:lnTo>
                  <a:pt x="9577537" y="7052147"/>
                </a:lnTo>
                <a:lnTo>
                  <a:pt x="10012879" y="7167008"/>
                </a:lnTo>
                <a:lnTo>
                  <a:pt x="10448222" y="7223467"/>
                </a:lnTo>
                <a:lnTo>
                  <a:pt x="10883564" y="7230789"/>
                </a:lnTo>
                <a:lnTo>
                  <a:pt x="11318907" y="7197875"/>
                </a:lnTo>
                <a:lnTo>
                  <a:pt x="11754250" y="7115212"/>
                </a:lnTo>
                <a:lnTo>
                  <a:pt x="12189592" y="6983730"/>
                </a:lnTo>
                <a:lnTo>
                  <a:pt x="12624935" y="6815782"/>
                </a:lnTo>
                <a:lnTo>
                  <a:pt x="13060277" y="6623724"/>
                </a:lnTo>
                <a:lnTo>
                  <a:pt x="13495620" y="6406074"/>
                </a:lnTo>
                <a:lnTo>
                  <a:pt x="13930962" y="6152392"/>
                </a:lnTo>
                <a:lnTo>
                  <a:pt x="14366305" y="5877310"/>
                </a:lnTo>
                <a:lnTo>
                  <a:pt x="14801648" y="5595927"/>
                </a:lnTo>
                <a:lnTo>
                  <a:pt x="15236990" y="5317557"/>
                </a:lnTo>
                <a:lnTo>
                  <a:pt x="15672333" y="5026341"/>
                </a:lnTo>
                <a:lnTo>
                  <a:pt x="16107675" y="4730478"/>
                </a:lnTo>
                <a:lnTo>
                  <a:pt x="16543018" y="4442324"/>
                </a:lnTo>
                <a:lnTo>
                  <a:pt x="16978360" y="4173387"/>
                </a:lnTo>
                <a:lnTo>
                  <a:pt x="17413703" y="3913819"/>
                </a:lnTo>
                <a:lnTo>
                  <a:pt x="17849046" y="3664106"/>
                </a:lnTo>
                <a:lnTo>
                  <a:pt x="18284388" y="3433858"/>
                </a:lnTo>
                <a:lnTo>
                  <a:pt x="18719731" y="3232683"/>
                </a:lnTo>
                <a:lnTo>
                  <a:pt x="19155073" y="3062064"/>
                </a:lnTo>
                <a:lnTo>
                  <a:pt x="19590416" y="2916061"/>
                </a:lnTo>
                <a:lnTo>
                  <a:pt x="20025758" y="2796686"/>
                </a:lnTo>
                <a:lnTo>
                  <a:pt x="20461101" y="2705998"/>
                </a:lnTo>
                <a:lnTo>
                  <a:pt x="20896444" y="2645415"/>
                </a:lnTo>
                <a:lnTo>
                  <a:pt x="21331786" y="2613612"/>
                </a:lnTo>
                <a:lnTo>
                  <a:pt x="21767129" y="2610390"/>
                </a:lnTo>
                <a:lnTo>
                  <a:pt x="22202471" y="2635749"/>
                </a:lnTo>
                <a:lnTo>
                  <a:pt x="22637814" y="2692180"/>
                </a:lnTo>
                <a:lnTo>
                  <a:pt x="23073156" y="2805954"/>
                </a:lnTo>
                <a:lnTo>
                  <a:pt x="23508499" y="2953369"/>
                </a:lnTo>
                <a:lnTo>
                  <a:pt x="23943842" y="3094958"/>
                </a:lnTo>
                <a:lnTo>
                  <a:pt x="24379184" y="31912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108960"/>
                </a:moveTo>
                <a:lnTo>
                  <a:pt x="435343" y="3010013"/>
                </a:lnTo>
                <a:lnTo>
                  <a:pt x="870685" y="2863681"/>
                </a:lnTo>
                <a:lnTo>
                  <a:pt x="1306028" y="2714234"/>
                </a:lnTo>
                <a:lnTo>
                  <a:pt x="1741370" y="2605942"/>
                </a:lnTo>
                <a:lnTo>
                  <a:pt x="2176713" y="2562519"/>
                </a:lnTo>
                <a:lnTo>
                  <a:pt x="2612055" y="2550695"/>
                </a:lnTo>
                <a:lnTo>
                  <a:pt x="3047398" y="2576902"/>
                </a:lnTo>
                <a:lnTo>
                  <a:pt x="3482741" y="2651094"/>
                </a:lnTo>
                <a:lnTo>
                  <a:pt x="3918083" y="2783364"/>
                </a:lnTo>
                <a:lnTo>
                  <a:pt x="4353426" y="2977635"/>
                </a:lnTo>
                <a:lnTo>
                  <a:pt x="4788768" y="3222363"/>
                </a:lnTo>
                <a:lnTo>
                  <a:pt x="5224111" y="3504163"/>
                </a:lnTo>
                <a:lnTo>
                  <a:pt x="5659453" y="3809844"/>
                </a:lnTo>
                <a:lnTo>
                  <a:pt x="6094796" y="4159520"/>
                </a:lnTo>
                <a:lnTo>
                  <a:pt x="6530139" y="4551328"/>
                </a:lnTo>
                <a:lnTo>
                  <a:pt x="6965481" y="4953009"/>
                </a:lnTo>
                <a:lnTo>
                  <a:pt x="7400824" y="5332304"/>
                </a:lnTo>
                <a:lnTo>
                  <a:pt x="7836166" y="5679213"/>
                </a:lnTo>
                <a:lnTo>
                  <a:pt x="8271509" y="6020149"/>
                </a:lnTo>
                <a:lnTo>
                  <a:pt x="8706851" y="6339483"/>
                </a:lnTo>
                <a:lnTo>
                  <a:pt x="9142194" y="6619711"/>
                </a:lnTo>
                <a:lnTo>
                  <a:pt x="9577537" y="6846999"/>
                </a:lnTo>
                <a:lnTo>
                  <a:pt x="10012879" y="7034009"/>
                </a:lnTo>
                <a:lnTo>
                  <a:pt x="10448222" y="7179986"/>
                </a:lnTo>
                <a:lnTo>
                  <a:pt x="10883564" y="7279784"/>
                </a:lnTo>
                <a:lnTo>
                  <a:pt x="11318907" y="7328243"/>
                </a:lnTo>
                <a:lnTo>
                  <a:pt x="11754250" y="7322164"/>
                </a:lnTo>
                <a:lnTo>
                  <a:pt x="12189592" y="7266051"/>
                </a:lnTo>
                <a:lnTo>
                  <a:pt x="12624935" y="7166081"/>
                </a:lnTo>
                <a:lnTo>
                  <a:pt x="13060277" y="7028432"/>
                </a:lnTo>
                <a:lnTo>
                  <a:pt x="13495620" y="6849243"/>
                </a:lnTo>
                <a:lnTo>
                  <a:pt x="13930962" y="6622095"/>
                </a:lnTo>
                <a:lnTo>
                  <a:pt x="14366305" y="6361720"/>
                </a:lnTo>
                <a:lnTo>
                  <a:pt x="14801648" y="6083218"/>
                </a:lnTo>
                <a:lnTo>
                  <a:pt x="15236990" y="5795090"/>
                </a:lnTo>
                <a:lnTo>
                  <a:pt x="15672333" y="5479040"/>
                </a:lnTo>
                <a:lnTo>
                  <a:pt x="16107675" y="5146975"/>
                </a:lnTo>
                <a:lnTo>
                  <a:pt x="16543018" y="4815711"/>
                </a:lnTo>
                <a:lnTo>
                  <a:pt x="16978360" y="4500914"/>
                </a:lnTo>
                <a:lnTo>
                  <a:pt x="17413703" y="4189205"/>
                </a:lnTo>
                <a:lnTo>
                  <a:pt x="17849046" y="3881227"/>
                </a:lnTo>
                <a:lnTo>
                  <a:pt x="18284388" y="3590020"/>
                </a:lnTo>
                <a:lnTo>
                  <a:pt x="18719731" y="3328626"/>
                </a:lnTo>
                <a:lnTo>
                  <a:pt x="19155073" y="3098255"/>
                </a:lnTo>
                <a:lnTo>
                  <a:pt x="19590416" y="2890800"/>
                </a:lnTo>
                <a:lnTo>
                  <a:pt x="20025758" y="2710651"/>
                </a:lnTo>
                <a:lnTo>
                  <a:pt x="20461101" y="2562268"/>
                </a:lnTo>
                <a:lnTo>
                  <a:pt x="20896444" y="2448406"/>
                </a:lnTo>
                <a:lnTo>
                  <a:pt x="21331786" y="2365546"/>
                </a:lnTo>
                <a:lnTo>
                  <a:pt x="21767129" y="2314469"/>
                </a:lnTo>
                <a:lnTo>
                  <a:pt x="22202471" y="2296549"/>
                </a:lnTo>
                <a:lnTo>
                  <a:pt x="22637814" y="2315506"/>
                </a:lnTo>
                <a:lnTo>
                  <a:pt x="23073156" y="2396631"/>
                </a:lnTo>
                <a:lnTo>
                  <a:pt x="23508499" y="2516236"/>
                </a:lnTo>
                <a:lnTo>
                  <a:pt x="23943842" y="2635541"/>
                </a:lnTo>
                <a:lnTo>
                  <a:pt x="24379184" y="27157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953512"/>
                </a:moveTo>
                <a:lnTo>
                  <a:pt x="435343" y="2953323"/>
                </a:lnTo>
                <a:lnTo>
                  <a:pt x="870685" y="2952984"/>
                </a:lnTo>
                <a:lnTo>
                  <a:pt x="1306028" y="2952839"/>
                </a:lnTo>
                <a:lnTo>
                  <a:pt x="1741370" y="2953230"/>
                </a:lnTo>
                <a:lnTo>
                  <a:pt x="2176713" y="2945841"/>
                </a:lnTo>
                <a:lnTo>
                  <a:pt x="2612055" y="2919170"/>
                </a:lnTo>
                <a:lnTo>
                  <a:pt x="3047398" y="2900559"/>
                </a:lnTo>
                <a:lnTo>
                  <a:pt x="3482741" y="2919522"/>
                </a:lnTo>
                <a:lnTo>
                  <a:pt x="3918083" y="3002955"/>
                </a:lnTo>
                <a:lnTo>
                  <a:pt x="4353426" y="3142236"/>
                </a:lnTo>
                <a:lnTo>
                  <a:pt x="4788768" y="3324811"/>
                </a:lnTo>
                <a:lnTo>
                  <a:pt x="5224111" y="3542444"/>
                </a:lnTo>
                <a:lnTo>
                  <a:pt x="5659453" y="3787030"/>
                </a:lnTo>
                <a:lnTo>
                  <a:pt x="6094796" y="4073081"/>
                </a:lnTo>
                <a:lnTo>
                  <a:pt x="6530139" y="4398553"/>
                </a:lnTo>
                <a:lnTo>
                  <a:pt x="6965481" y="4740111"/>
                </a:lnTo>
                <a:lnTo>
                  <a:pt x="7400824" y="5074418"/>
                </a:lnTo>
                <a:lnTo>
                  <a:pt x="7836166" y="5395810"/>
                </a:lnTo>
                <a:lnTo>
                  <a:pt x="8271509" y="5724642"/>
                </a:lnTo>
                <a:lnTo>
                  <a:pt x="8706851" y="6045290"/>
                </a:lnTo>
                <a:lnTo>
                  <a:pt x="9142194" y="6340596"/>
                </a:lnTo>
                <a:lnTo>
                  <a:pt x="9577537" y="6597805"/>
                </a:lnTo>
                <a:lnTo>
                  <a:pt x="10012879" y="6832915"/>
                </a:lnTo>
                <a:lnTo>
                  <a:pt x="10448222" y="7040640"/>
                </a:lnTo>
                <a:lnTo>
                  <a:pt x="10883564" y="7210000"/>
                </a:lnTo>
                <a:lnTo>
                  <a:pt x="11318907" y="7330306"/>
                </a:lnTo>
                <a:lnTo>
                  <a:pt x="11754250" y="7407325"/>
                </a:lnTo>
                <a:lnTo>
                  <a:pt x="12189592" y="7443216"/>
                </a:lnTo>
                <a:lnTo>
                  <a:pt x="12624935" y="7431800"/>
                </a:lnTo>
                <a:lnTo>
                  <a:pt x="13060277" y="7366901"/>
                </a:lnTo>
                <a:lnTo>
                  <a:pt x="13495620" y="7240045"/>
                </a:lnTo>
                <a:lnTo>
                  <a:pt x="13930962" y="7052903"/>
                </a:lnTo>
                <a:lnTo>
                  <a:pt x="14366305" y="6820074"/>
                </a:lnTo>
                <a:lnTo>
                  <a:pt x="14801648" y="6556315"/>
                </a:lnTo>
                <a:lnTo>
                  <a:pt x="15236990" y="6269051"/>
                </a:lnTo>
                <a:lnTo>
                  <a:pt x="15672333" y="5937758"/>
                </a:lnTo>
                <a:lnTo>
                  <a:pt x="16107675" y="5578096"/>
                </a:lnTo>
                <a:lnTo>
                  <a:pt x="16543018" y="5211341"/>
                </a:lnTo>
                <a:lnTo>
                  <a:pt x="16978360" y="4857342"/>
                </a:lnTo>
                <a:lnTo>
                  <a:pt x="17413703" y="4499648"/>
                </a:lnTo>
                <a:lnTo>
                  <a:pt x="17849046" y="4138715"/>
                </a:lnTo>
                <a:lnTo>
                  <a:pt x="18284388" y="3790331"/>
                </a:lnTo>
                <a:lnTo>
                  <a:pt x="18719731" y="3470281"/>
                </a:lnTo>
                <a:lnTo>
                  <a:pt x="19155073" y="3178501"/>
                </a:lnTo>
                <a:lnTo>
                  <a:pt x="19590416" y="2905093"/>
                </a:lnTo>
                <a:lnTo>
                  <a:pt x="20025758" y="2658531"/>
                </a:lnTo>
                <a:lnTo>
                  <a:pt x="20461101" y="2447397"/>
                </a:lnTo>
                <a:lnTo>
                  <a:pt x="20896444" y="2276963"/>
                </a:lnTo>
                <a:lnTo>
                  <a:pt x="21331786" y="2140410"/>
                </a:lnTo>
                <a:lnTo>
                  <a:pt x="21767129" y="2039338"/>
                </a:lnTo>
                <a:lnTo>
                  <a:pt x="22202471" y="1976490"/>
                </a:lnTo>
                <a:lnTo>
                  <a:pt x="22637814" y="1956839"/>
                </a:lnTo>
                <a:lnTo>
                  <a:pt x="23073156" y="2004923"/>
                </a:lnTo>
                <a:lnTo>
                  <a:pt x="23508499" y="2096863"/>
                </a:lnTo>
                <a:lnTo>
                  <a:pt x="23943842" y="2194223"/>
                </a:lnTo>
                <a:lnTo>
                  <a:pt x="24379184" y="22585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300984"/>
                </a:moveTo>
                <a:lnTo>
                  <a:pt x="435343" y="3302876"/>
                </a:lnTo>
                <a:lnTo>
                  <a:pt x="870685" y="3306264"/>
                </a:lnTo>
                <a:lnTo>
                  <a:pt x="1306028" y="3307716"/>
                </a:lnTo>
                <a:lnTo>
                  <a:pt x="1741370" y="3303800"/>
                </a:lnTo>
                <a:lnTo>
                  <a:pt x="2176713" y="3284625"/>
                </a:lnTo>
                <a:lnTo>
                  <a:pt x="2612055" y="3242121"/>
                </a:lnTo>
                <a:lnTo>
                  <a:pt x="3047398" y="3201641"/>
                </a:lnTo>
                <a:lnTo>
                  <a:pt x="3482741" y="3190296"/>
                </a:lnTo>
                <a:lnTo>
                  <a:pt x="3918083" y="3232128"/>
                </a:lnTo>
                <a:lnTo>
                  <a:pt x="4353426" y="3314787"/>
                </a:lnTo>
                <a:lnTo>
                  <a:pt x="4788768" y="3431483"/>
                </a:lnTo>
                <a:lnTo>
                  <a:pt x="5224111" y="3581529"/>
                </a:lnTo>
                <a:lnTo>
                  <a:pt x="5659453" y="3764317"/>
                </a:lnTo>
                <a:lnTo>
                  <a:pt x="6094796" y="3990999"/>
                </a:lnTo>
                <a:lnTo>
                  <a:pt x="6530139" y="4257225"/>
                </a:lnTo>
                <a:lnTo>
                  <a:pt x="6965481" y="4544808"/>
                </a:lnTo>
                <a:lnTo>
                  <a:pt x="7400824" y="4835559"/>
                </a:lnTo>
                <a:lnTo>
                  <a:pt x="7836166" y="5125066"/>
                </a:lnTo>
                <a:lnTo>
                  <a:pt x="8271509" y="5429197"/>
                </a:lnTo>
                <a:lnTo>
                  <a:pt x="8706851" y="5735766"/>
                </a:lnTo>
                <a:lnTo>
                  <a:pt x="9142194" y="6031388"/>
                </a:lnTo>
                <a:lnTo>
                  <a:pt x="9577537" y="6307101"/>
                </a:lnTo>
                <a:lnTo>
                  <a:pt x="10012879" y="6579742"/>
                </a:lnTo>
                <a:lnTo>
                  <a:pt x="10448222" y="6839659"/>
                </a:lnTo>
                <a:lnTo>
                  <a:pt x="10883564" y="7071065"/>
                </a:lnTo>
                <a:lnTo>
                  <a:pt x="11318907" y="7258756"/>
                </a:lnTo>
                <a:lnTo>
                  <a:pt x="11754250" y="7417301"/>
                </a:lnTo>
                <a:lnTo>
                  <a:pt x="12189592" y="7546086"/>
                </a:lnTo>
                <a:lnTo>
                  <a:pt x="12624935" y="7626579"/>
                </a:lnTo>
                <a:lnTo>
                  <a:pt x="13060277" y="7640249"/>
                </a:lnTo>
                <a:lnTo>
                  <a:pt x="13495620" y="7574574"/>
                </a:lnTo>
                <a:lnTo>
                  <a:pt x="13930962" y="7439537"/>
                </a:lnTo>
                <a:lnTo>
                  <a:pt x="14366305" y="7248254"/>
                </a:lnTo>
                <a:lnTo>
                  <a:pt x="14801648" y="7013765"/>
                </a:lnTo>
                <a:lnTo>
                  <a:pt x="15236990" y="6741932"/>
                </a:lnTo>
                <a:lnTo>
                  <a:pt x="15672333" y="6412517"/>
                </a:lnTo>
                <a:lnTo>
                  <a:pt x="16107675" y="6042553"/>
                </a:lnTo>
                <a:lnTo>
                  <a:pt x="16543018" y="5654691"/>
                </a:lnTo>
                <a:lnTo>
                  <a:pt x="16978360" y="5269899"/>
                </a:lnTo>
                <a:lnTo>
                  <a:pt x="17413703" y="4867674"/>
                </a:lnTo>
                <a:lnTo>
                  <a:pt x="17849046" y="4450736"/>
                </a:lnTo>
                <a:lnTo>
                  <a:pt x="18284388" y="4040362"/>
                </a:lnTo>
                <a:lnTo>
                  <a:pt x="18719731" y="3657830"/>
                </a:lnTo>
                <a:lnTo>
                  <a:pt x="19155073" y="3302344"/>
                </a:lnTo>
                <a:lnTo>
                  <a:pt x="19590416" y="2960518"/>
                </a:lnTo>
                <a:lnTo>
                  <a:pt x="20025758" y="2645250"/>
                </a:lnTo>
                <a:lnTo>
                  <a:pt x="20461101" y="2369579"/>
                </a:lnTo>
                <a:lnTo>
                  <a:pt x="20896444" y="2141935"/>
                </a:lnTo>
                <a:lnTo>
                  <a:pt x="21331786" y="1952789"/>
                </a:lnTo>
                <a:lnTo>
                  <a:pt x="21767129" y="1803002"/>
                </a:lnTo>
                <a:lnTo>
                  <a:pt x="22202471" y="1694978"/>
                </a:lnTo>
                <a:lnTo>
                  <a:pt x="22637814" y="1633175"/>
                </a:lnTo>
                <a:lnTo>
                  <a:pt x="23073156" y="1640206"/>
                </a:lnTo>
                <a:lnTo>
                  <a:pt x="23508499" y="1694147"/>
                </a:lnTo>
                <a:lnTo>
                  <a:pt x="23943842" y="1759650"/>
                </a:lnTo>
                <a:lnTo>
                  <a:pt x="24379184" y="18013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630168"/>
                </a:moveTo>
                <a:lnTo>
                  <a:pt x="435343" y="3633573"/>
                </a:lnTo>
                <a:lnTo>
                  <a:pt x="870685" y="3639671"/>
                </a:lnTo>
                <a:lnTo>
                  <a:pt x="1306028" y="3642285"/>
                </a:lnTo>
                <a:lnTo>
                  <a:pt x="1741370" y="3635237"/>
                </a:lnTo>
                <a:lnTo>
                  <a:pt x="2176713" y="3608176"/>
                </a:lnTo>
                <a:lnTo>
                  <a:pt x="2612055" y="3556432"/>
                </a:lnTo>
                <a:lnTo>
                  <a:pt x="3047398" y="3501714"/>
                </a:lnTo>
                <a:lnTo>
                  <a:pt x="3482741" y="3467016"/>
                </a:lnTo>
                <a:lnTo>
                  <a:pt x="3918083" y="3472005"/>
                </a:lnTo>
                <a:lnTo>
                  <a:pt x="4353426" y="3501416"/>
                </a:lnTo>
                <a:lnTo>
                  <a:pt x="4788768" y="3554620"/>
                </a:lnTo>
                <a:lnTo>
                  <a:pt x="5224111" y="3638482"/>
                </a:lnTo>
                <a:lnTo>
                  <a:pt x="5659453" y="3759889"/>
                </a:lnTo>
                <a:lnTo>
                  <a:pt x="6094796" y="3926419"/>
                </a:lnTo>
                <a:lnTo>
                  <a:pt x="6530139" y="4131509"/>
                </a:lnTo>
                <a:lnTo>
                  <a:pt x="6965481" y="4362461"/>
                </a:lnTo>
                <a:lnTo>
                  <a:pt x="7400824" y="4606577"/>
                </a:lnTo>
                <a:lnTo>
                  <a:pt x="7836166" y="4861588"/>
                </a:lnTo>
                <a:lnTo>
                  <a:pt x="8271509" y="5139218"/>
                </a:lnTo>
                <a:lnTo>
                  <a:pt x="8706851" y="5428727"/>
                </a:lnTo>
                <a:lnTo>
                  <a:pt x="9142194" y="5718447"/>
                </a:lnTo>
                <a:lnTo>
                  <a:pt x="9577537" y="6000607"/>
                </a:lnTo>
                <a:lnTo>
                  <a:pt x="10012879" y="6290071"/>
                </a:lnTo>
                <a:lnTo>
                  <a:pt x="10448222" y="6578188"/>
                </a:lnTo>
                <a:lnTo>
                  <a:pt x="10883564" y="6850889"/>
                </a:lnTo>
                <a:lnTo>
                  <a:pt x="11318907" y="7094907"/>
                </a:lnTo>
                <a:lnTo>
                  <a:pt x="11754250" y="7334587"/>
                </a:lnTo>
                <a:lnTo>
                  <a:pt x="12189592" y="7562659"/>
                </a:lnTo>
                <a:lnTo>
                  <a:pt x="12624935" y="7745151"/>
                </a:lnTo>
                <a:lnTo>
                  <a:pt x="13060277" y="7848086"/>
                </a:lnTo>
                <a:lnTo>
                  <a:pt x="13495620" y="7854274"/>
                </a:lnTo>
                <a:lnTo>
                  <a:pt x="13930962" y="7784237"/>
                </a:lnTo>
                <a:lnTo>
                  <a:pt x="14366305" y="7648309"/>
                </a:lnTo>
                <a:lnTo>
                  <a:pt x="14801648" y="7456442"/>
                </a:lnTo>
                <a:lnTo>
                  <a:pt x="15236990" y="7211946"/>
                </a:lnTo>
                <a:lnTo>
                  <a:pt x="15672333" y="6895884"/>
                </a:lnTo>
                <a:lnTo>
                  <a:pt x="16107675" y="6526567"/>
                </a:lnTo>
                <a:lnTo>
                  <a:pt x="16543018" y="6127675"/>
                </a:lnTo>
                <a:lnTo>
                  <a:pt x="16978360" y="5720990"/>
                </a:lnTo>
                <a:lnTo>
                  <a:pt x="17413703" y="5282513"/>
                </a:lnTo>
                <a:lnTo>
                  <a:pt x="17849046" y="4817003"/>
                </a:lnTo>
                <a:lnTo>
                  <a:pt x="18284388" y="4350544"/>
                </a:lnTo>
                <a:lnTo>
                  <a:pt x="18719731" y="3909215"/>
                </a:lnTo>
                <a:lnTo>
                  <a:pt x="19155073" y="3491478"/>
                </a:lnTo>
                <a:lnTo>
                  <a:pt x="19590416" y="3080894"/>
                </a:lnTo>
                <a:lnTo>
                  <a:pt x="20025758" y="2694437"/>
                </a:lnTo>
                <a:lnTo>
                  <a:pt x="20461101" y="2349268"/>
                </a:lnTo>
                <a:lnTo>
                  <a:pt x="20896444" y="2055854"/>
                </a:lnTo>
                <a:lnTo>
                  <a:pt x="21331786" y="1800395"/>
                </a:lnTo>
                <a:lnTo>
                  <a:pt x="21767129" y="1586390"/>
                </a:lnTo>
                <a:lnTo>
                  <a:pt x="22202471" y="1419674"/>
                </a:lnTo>
                <a:lnTo>
                  <a:pt x="22637814" y="1307822"/>
                </a:lnTo>
                <a:lnTo>
                  <a:pt x="23073156" y="1271450"/>
                </a:lnTo>
                <a:lnTo>
                  <a:pt x="23508499" y="1288263"/>
                </a:lnTo>
                <a:lnTo>
                  <a:pt x="23943842" y="1323941"/>
                </a:lnTo>
                <a:lnTo>
                  <a:pt x="24379184" y="13441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13048"/>
                </a:moveTo>
                <a:lnTo>
                  <a:pt x="435343" y="3814940"/>
                </a:lnTo>
                <a:lnTo>
                  <a:pt x="870685" y="3818328"/>
                </a:lnTo>
                <a:lnTo>
                  <a:pt x="1306028" y="3819780"/>
                </a:lnTo>
                <a:lnTo>
                  <a:pt x="1741370" y="3815864"/>
                </a:lnTo>
                <a:lnTo>
                  <a:pt x="2176713" y="3802240"/>
                </a:lnTo>
                <a:lnTo>
                  <a:pt x="2612055" y="3778177"/>
                </a:lnTo>
                <a:lnTo>
                  <a:pt x="3047398" y="3751210"/>
                </a:lnTo>
                <a:lnTo>
                  <a:pt x="3482741" y="3729232"/>
                </a:lnTo>
                <a:lnTo>
                  <a:pt x="3918083" y="3717266"/>
                </a:lnTo>
                <a:lnTo>
                  <a:pt x="4353426" y="3698550"/>
                </a:lnTo>
                <a:lnTo>
                  <a:pt x="4788768" y="3685202"/>
                </a:lnTo>
                <a:lnTo>
                  <a:pt x="5224111" y="3697470"/>
                </a:lnTo>
                <a:lnTo>
                  <a:pt x="5659453" y="3755549"/>
                </a:lnTo>
                <a:lnTo>
                  <a:pt x="6094796" y="3864126"/>
                </a:lnTo>
                <a:lnTo>
                  <a:pt x="6530139" y="4011262"/>
                </a:lnTo>
                <a:lnTo>
                  <a:pt x="6965481" y="4188379"/>
                </a:lnTo>
                <a:lnTo>
                  <a:pt x="7400824" y="4386895"/>
                </a:lnTo>
                <a:lnTo>
                  <a:pt x="7836166" y="4605882"/>
                </a:lnTo>
                <a:lnTo>
                  <a:pt x="8271509" y="4853737"/>
                </a:lnTo>
                <a:lnTo>
                  <a:pt x="8706851" y="5121550"/>
                </a:lnTo>
                <a:lnTo>
                  <a:pt x="9142194" y="5399711"/>
                </a:lnTo>
                <a:lnTo>
                  <a:pt x="9577537" y="5681925"/>
                </a:lnTo>
                <a:lnTo>
                  <a:pt x="10012879" y="5980896"/>
                </a:lnTo>
                <a:lnTo>
                  <a:pt x="10448222" y="6288913"/>
                </a:lnTo>
                <a:lnTo>
                  <a:pt x="10883564" y="6593621"/>
                </a:lnTo>
                <a:lnTo>
                  <a:pt x="11318907" y="6883598"/>
                </a:lnTo>
                <a:lnTo>
                  <a:pt x="11754250" y="7189167"/>
                </a:lnTo>
                <a:lnTo>
                  <a:pt x="12189592" y="7498652"/>
                </a:lnTo>
                <a:lnTo>
                  <a:pt x="12624935" y="7768468"/>
                </a:lnTo>
                <a:lnTo>
                  <a:pt x="13060277" y="7955032"/>
                </a:lnTo>
                <a:lnTo>
                  <a:pt x="13495620" y="8041281"/>
                </a:lnTo>
                <a:lnTo>
                  <a:pt x="13930962" y="8055464"/>
                </a:lnTo>
                <a:lnTo>
                  <a:pt x="14366305" y="7998969"/>
                </a:lnTo>
                <a:lnTo>
                  <a:pt x="14801648" y="7872483"/>
                </a:lnTo>
                <a:lnTo>
                  <a:pt x="15236990" y="7672030"/>
                </a:lnTo>
                <a:lnTo>
                  <a:pt x="15672333" y="7383707"/>
                </a:lnTo>
                <a:lnTo>
                  <a:pt x="16107675" y="7027944"/>
                </a:lnTo>
                <a:lnTo>
                  <a:pt x="16543018" y="6629450"/>
                </a:lnTo>
                <a:lnTo>
                  <a:pt x="16978360" y="6210847"/>
                </a:lnTo>
                <a:lnTo>
                  <a:pt x="17413703" y="5745098"/>
                </a:lnTo>
                <a:lnTo>
                  <a:pt x="17849046" y="5238660"/>
                </a:lnTo>
                <a:lnTo>
                  <a:pt x="18284388" y="4721733"/>
                </a:lnTo>
                <a:lnTo>
                  <a:pt x="18719731" y="4224517"/>
                </a:lnTo>
                <a:lnTo>
                  <a:pt x="19155073" y="3743727"/>
                </a:lnTo>
                <a:lnTo>
                  <a:pt x="19590416" y="3260240"/>
                </a:lnTo>
                <a:lnTo>
                  <a:pt x="20025758" y="2796825"/>
                </a:lnTo>
                <a:lnTo>
                  <a:pt x="20461101" y="2376476"/>
                </a:lnTo>
                <a:lnTo>
                  <a:pt x="20896444" y="2012880"/>
                </a:lnTo>
                <a:lnTo>
                  <a:pt x="21331786" y="1686863"/>
                </a:lnTo>
                <a:lnTo>
                  <a:pt x="21767129" y="1404394"/>
                </a:lnTo>
                <a:lnTo>
                  <a:pt x="22202471" y="1174741"/>
                </a:lnTo>
                <a:lnTo>
                  <a:pt x="22637814" y="1008551"/>
                </a:lnTo>
                <a:lnTo>
                  <a:pt x="23073156" y="923988"/>
                </a:lnTo>
                <a:lnTo>
                  <a:pt x="23508499" y="898795"/>
                </a:lnTo>
                <a:lnTo>
                  <a:pt x="23943842" y="900371"/>
                </a:lnTo>
                <a:lnTo>
                  <a:pt x="24379184" y="896112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40480"/>
                </a:moveTo>
                <a:lnTo>
                  <a:pt x="435343" y="3840480"/>
                </a:lnTo>
                <a:lnTo>
                  <a:pt x="870685" y="3840480"/>
                </a:lnTo>
                <a:lnTo>
                  <a:pt x="1306028" y="3840480"/>
                </a:lnTo>
                <a:lnTo>
                  <a:pt x="1741370" y="3840480"/>
                </a:lnTo>
                <a:lnTo>
                  <a:pt x="2176713" y="3840480"/>
                </a:lnTo>
                <a:lnTo>
                  <a:pt x="2612055" y="3840480"/>
                </a:lnTo>
                <a:lnTo>
                  <a:pt x="3047398" y="3840480"/>
                </a:lnTo>
                <a:lnTo>
                  <a:pt x="3482741" y="3840480"/>
                </a:lnTo>
                <a:lnTo>
                  <a:pt x="3918083" y="3839750"/>
                </a:lnTo>
                <a:lnTo>
                  <a:pt x="4353426" y="3833428"/>
                </a:lnTo>
                <a:lnTo>
                  <a:pt x="4788768" y="3826720"/>
                </a:lnTo>
                <a:lnTo>
                  <a:pt x="5224111" y="3827174"/>
                </a:lnTo>
                <a:lnTo>
                  <a:pt x="5659453" y="3842235"/>
                </a:lnTo>
                <a:lnTo>
                  <a:pt x="6094796" y="3860983"/>
                </a:lnTo>
                <a:lnTo>
                  <a:pt x="6530139" y="3884288"/>
                </a:lnTo>
                <a:lnTo>
                  <a:pt x="6965481" y="3929654"/>
                </a:lnTo>
                <a:lnTo>
                  <a:pt x="7400824" y="4014583"/>
                </a:lnTo>
                <a:lnTo>
                  <a:pt x="7836166" y="4150208"/>
                </a:lnTo>
                <a:lnTo>
                  <a:pt x="8271509" y="4326739"/>
                </a:lnTo>
                <a:lnTo>
                  <a:pt x="8706851" y="4536954"/>
                </a:lnTo>
                <a:lnTo>
                  <a:pt x="9142194" y="4773990"/>
                </a:lnTo>
                <a:lnTo>
                  <a:pt x="9577537" y="5032942"/>
                </a:lnTo>
                <a:lnTo>
                  <a:pt x="10012879" y="5321079"/>
                </a:lnTo>
                <a:lnTo>
                  <a:pt x="10448222" y="5635183"/>
                </a:lnTo>
                <a:lnTo>
                  <a:pt x="10883564" y="5969421"/>
                </a:lnTo>
                <a:lnTo>
                  <a:pt x="11318907" y="6318944"/>
                </a:lnTo>
                <a:lnTo>
                  <a:pt x="11754250" y="6719736"/>
                </a:lnTo>
                <a:lnTo>
                  <a:pt x="12189592" y="7153466"/>
                </a:lnTo>
                <a:lnTo>
                  <a:pt x="12624935" y="7566252"/>
                </a:lnTo>
                <a:lnTo>
                  <a:pt x="13060277" y="7904216"/>
                </a:lnTo>
                <a:lnTo>
                  <a:pt x="13495620" y="8155970"/>
                </a:lnTo>
                <a:lnTo>
                  <a:pt x="13930962" y="8360175"/>
                </a:lnTo>
                <a:lnTo>
                  <a:pt x="14366305" y="8495462"/>
                </a:lnTo>
                <a:lnTo>
                  <a:pt x="14801648" y="8539182"/>
                </a:lnTo>
                <a:lnTo>
                  <a:pt x="15236990" y="8470737"/>
                </a:lnTo>
                <a:lnTo>
                  <a:pt x="15672333" y="8294058"/>
                </a:lnTo>
                <a:lnTo>
                  <a:pt x="16107675" y="8027060"/>
                </a:lnTo>
                <a:lnTo>
                  <a:pt x="16543018" y="7687590"/>
                </a:lnTo>
                <a:lnTo>
                  <a:pt x="16978360" y="7291419"/>
                </a:lnTo>
                <a:lnTo>
                  <a:pt x="17413703" y="6808601"/>
                </a:lnTo>
                <a:lnTo>
                  <a:pt x="17849046" y="6251585"/>
                </a:lnTo>
                <a:lnTo>
                  <a:pt x="18284388" y="5657779"/>
                </a:lnTo>
                <a:lnTo>
                  <a:pt x="18719731" y="5064588"/>
                </a:lnTo>
                <a:lnTo>
                  <a:pt x="19155073" y="4463488"/>
                </a:lnTo>
                <a:lnTo>
                  <a:pt x="19590416" y="3830537"/>
                </a:lnTo>
                <a:lnTo>
                  <a:pt x="20025758" y="3203165"/>
                </a:lnTo>
                <a:lnTo>
                  <a:pt x="20461101" y="2619121"/>
                </a:lnTo>
                <a:lnTo>
                  <a:pt x="20896444" y="2100028"/>
                </a:lnTo>
                <a:lnTo>
                  <a:pt x="21331786" y="1612675"/>
                </a:lnTo>
                <a:lnTo>
                  <a:pt x="21767129" y="1170103"/>
                </a:lnTo>
                <a:lnTo>
                  <a:pt x="22202471" y="791186"/>
                </a:lnTo>
                <a:lnTo>
                  <a:pt x="22637814" y="495094"/>
                </a:lnTo>
                <a:lnTo>
                  <a:pt x="23073156" y="292207"/>
                </a:lnTo>
                <a:lnTo>
                  <a:pt x="23508499" y="161202"/>
                </a:lnTo>
                <a:lnTo>
                  <a:pt x="23943842" y="75657"/>
                </a:lnTo>
                <a:lnTo>
                  <a:pt x="24379184" y="91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70848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9375343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3" name="Shape 11"/>
          <p:cNvSpPr/>
          <p:nvPr/>
        </p:nvSpPr>
        <p:spPr>
          <a:xfrm>
            <a:off x="9679838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4" name="Shape 12"/>
          <p:cNvSpPr/>
          <p:nvPr/>
        </p:nvSpPr>
        <p:spPr>
          <a:xfrm>
            <a:off x="9984334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288829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93324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97819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02314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11506810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11811305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9070848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375343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79838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4" name="Shape 22"/>
          <p:cNvSpPr/>
          <p:nvPr/>
        </p:nvSpPr>
        <p:spPr>
          <a:xfrm>
            <a:off x="9984334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5" name="Shape 23"/>
          <p:cNvSpPr/>
          <p:nvPr/>
        </p:nvSpPr>
        <p:spPr>
          <a:xfrm>
            <a:off x="10288829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6" name="Shape 24"/>
          <p:cNvSpPr/>
          <p:nvPr/>
        </p:nvSpPr>
        <p:spPr>
          <a:xfrm>
            <a:off x="10593324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10897819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02314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9" name="Shape 27"/>
          <p:cNvSpPr/>
          <p:nvPr/>
        </p:nvSpPr>
        <p:spPr>
          <a:xfrm>
            <a:off x="11506810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0" name="Shape 28"/>
          <p:cNvSpPr/>
          <p:nvPr/>
        </p:nvSpPr>
        <p:spPr>
          <a:xfrm>
            <a:off x="11811305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1" name="Shape 29"/>
          <p:cNvSpPr/>
          <p:nvPr/>
        </p:nvSpPr>
        <p:spPr>
          <a:xfrm>
            <a:off x="9070848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2" name="Shape 30"/>
          <p:cNvSpPr/>
          <p:nvPr/>
        </p:nvSpPr>
        <p:spPr>
          <a:xfrm>
            <a:off x="9375343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3" name="Shape 31"/>
          <p:cNvSpPr/>
          <p:nvPr/>
        </p:nvSpPr>
        <p:spPr>
          <a:xfrm>
            <a:off x="9679838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9984334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5" name="Shape 33"/>
          <p:cNvSpPr/>
          <p:nvPr/>
        </p:nvSpPr>
        <p:spPr>
          <a:xfrm>
            <a:off x="10288829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6" name="Shape 34"/>
          <p:cNvSpPr/>
          <p:nvPr/>
        </p:nvSpPr>
        <p:spPr>
          <a:xfrm>
            <a:off x="10593324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7" name="Shape 35"/>
          <p:cNvSpPr/>
          <p:nvPr/>
        </p:nvSpPr>
        <p:spPr>
          <a:xfrm>
            <a:off x="10897819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8" name="Shape 36"/>
          <p:cNvSpPr/>
          <p:nvPr/>
        </p:nvSpPr>
        <p:spPr>
          <a:xfrm>
            <a:off x="11202314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9" name="Shape 37"/>
          <p:cNvSpPr/>
          <p:nvPr/>
        </p:nvSpPr>
        <p:spPr>
          <a:xfrm>
            <a:off x="11506810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0" name="Shape 38"/>
          <p:cNvSpPr/>
          <p:nvPr/>
        </p:nvSpPr>
        <p:spPr>
          <a:xfrm>
            <a:off x="11811305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1" name="Shape 39"/>
          <p:cNvSpPr/>
          <p:nvPr/>
        </p:nvSpPr>
        <p:spPr>
          <a:xfrm>
            <a:off x="9070848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9375343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3" name="Shape 41"/>
          <p:cNvSpPr/>
          <p:nvPr/>
        </p:nvSpPr>
        <p:spPr>
          <a:xfrm>
            <a:off x="9679838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4" name="Shape 42"/>
          <p:cNvSpPr/>
          <p:nvPr/>
        </p:nvSpPr>
        <p:spPr>
          <a:xfrm>
            <a:off x="9984334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5" name="Shape 43"/>
          <p:cNvSpPr/>
          <p:nvPr/>
        </p:nvSpPr>
        <p:spPr>
          <a:xfrm>
            <a:off x="10288829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593324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7" name="Shape 45"/>
          <p:cNvSpPr/>
          <p:nvPr/>
        </p:nvSpPr>
        <p:spPr>
          <a:xfrm>
            <a:off x="10897819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8" name="Shape 46"/>
          <p:cNvSpPr/>
          <p:nvPr/>
        </p:nvSpPr>
        <p:spPr>
          <a:xfrm>
            <a:off x="11202314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11506810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0" name="Shape 48"/>
          <p:cNvSpPr/>
          <p:nvPr/>
        </p:nvSpPr>
        <p:spPr>
          <a:xfrm>
            <a:off x="11811305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1" name="Shape 49"/>
          <p:cNvSpPr/>
          <p:nvPr/>
        </p:nvSpPr>
        <p:spPr>
          <a:xfrm>
            <a:off x="9070848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2" name="Shape 50"/>
          <p:cNvSpPr/>
          <p:nvPr/>
        </p:nvSpPr>
        <p:spPr>
          <a:xfrm>
            <a:off x="9375343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3" name="Shape 51"/>
          <p:cNvSpPr/>
          <p:nvPr/>
        </p:nvSpPr>
        <p:spPr>
          <a:xfrm>
            <a:off x="9679838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4" name="Shape 52"/>
          <p:cNvSpPr/>
          <p:nvPr/>
        </p:nvSpPr>
        <p:spPr>
          <a:xfrm>
            <a:off x="9984334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5" name="Shape 53"/>
          <p:cNvSpPr/>
          <p:nvPr/>
        </p:nvSpPr>
        <p:spPr>
          <a:xfrm>
            <a:off x="10288829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6" name="Shape 54"/>
          <p:cNvSpPr/>
          <p:nvPr/>
        </p:nvSpPr>
        <p:spPr>
          <a:xfrm>
            <a:off x="10593324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10897819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8" name="Shape 56"/>
          <p:cNvSpPr/>
          <p:nvPr/>
        </p:nvSpPr>
        <p:spPr>
          <a:xfrm>
            <a:off x="11202314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9" name="Shape 57"/>
          <p:cNvSpPr/>
          <p:nvPr/>
        </p:nvSpPr>
        <p:spPr>
          <a:xfrm>
            <a:off x="11506810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0" name="Shape 58"/>
          <p:cNvSpPr/>
          <p:nvPr/>
        </p:nvSpPr>
        <p:spPr>
          <a:xfrm>
            <a:off x="11811305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1" name="Shape 59"/>
          <p:cNvSpPr/>
          <p:nvPr/>
        </p:nvSpPr>
        <p:spPr>
          <a:xfrm>
            <a:off x="9070848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2" name="Shape 60"/>
          <p:cNvSpPr/>
          <p:nvPr/>
        </p:nvSpPr>
        <p:spPr>
          <a:xfrm>
            <a:off x="9375343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3" name="Shape 61"/>
          <p:cNvSpPr/>
          <p:nvPr/>
        </p:nvSpPr>
        <p:spPr>
          <a:xfrm>
            <a:off x="9679838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9984334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5" name="Shape 63"/>
          <p:cNvSpPr/>
          <p:nvPr/>
        </p:nvSpPr>
        <p:spPr>
          <a:xfrm>
            <a:off x="10288829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6" name="Shape 64"/>
          <p:cNvSpPr/>
          <p:nvPr/>
        </p:nvSpPr>
        <p:spPr>
          <a:xfrm>
            <a:off x="10593324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7" name="Shape 65"/>
          <p:cNvSpPr/>
          <p:nvPr/>
        </p:nvSpPr>
        <p:spPr>
          <a:xfrm>
            <a:off x="10897819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8" name="Shape 66"/>
          <p:cNvSpPr/>
          <p:nvPr/>
        </p:nvSpPr>
        <p:spPr>
          <a:xfrm>
            <a:off x="11202314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9" name="Shape 67"/>
          <p:cNvSpPr/>
          <p:nvPr/>
        </p:nvSpPr>
        <p:spPr>
          <a:xfrm>
            <a:off x="11506810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0" name="Shape 68"/>
          <p:cNvSpPr/>
          <p:nvPr/>
        </p:nvSpPr>
        <p:spPr>
          <a:xfrm>
            <a:off x="11811305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1" name="Shape 69"/>
          <p:cNvSpPr/>
          <p:nvPr/>
        </p:nvSpPr>
        <p:spPr>
          <a:xfrm>
            <a:off x="9070848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9375343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3" name="Shape 71"/>
          <p:cNvSpPr/>
          <p:nvPr/>
        </p:nvSpPr>
        <p:spPr>
          <a:xfrm>
            <a:off x="9679838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4" name="Shape 72"/>
          <p:cNvSpPr/>
          <p:nvPr/>
        </p:nvSpPr>
        <p:spPr>
          <a:xfrm>
            <a:off x="9984334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5" name="Shape 73"/>
          <p:cNvSpPr/>
          <p:nvPr/>
        </p:nvSpPr>
        <p:spPr>
          <a:xfrm>
            <a:off x="10288829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6" name="Shape 74"/>
          <p:cNvSpPr/>
          <p:nvPr/>
        </p:nvSpPr>
        <p:spPr>
          <a:xfrm>
            <a:off x="10593324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7" name="Shape 75"/>
          <p:cNvSpPr/>
          <p:nvPr/>
        </p:nvSpPr>
        <p:spPr>
          <a:xfrm>
            <a:off x="10897819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8" name="Shape 76"/>
          <p:cNvSpPr/>
          <p:nvPr/>
        </p:nvSpPr>
        <p:spPr>
          <a:xfrm>
            <a:off x="11202314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11506810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0" name="Shape 78"/>
          <p:cNvSpPr/>
          <p:nvPr/>
        </p:nvSpPr>
        <p:spPr>
          <a:xfrm>
            <a:off x="11811305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1" name="Shape 79"/>
          <p:cNvSpPr/>
          <p:nvPr/>
        </p:nvSpPr>
        <p:spPr>
          <a:xfrm>
            <a:off x="9070848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2" name="Shape 80"/>
          <p:cNvSpPr/>
          <p:nvPr/>
        </p:nvSpPr>
        <p:spPr>
          <a:xfrm>
            <a:off x="9375343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3" name="Shape 81"/>
          <p:cNvSpPr/>
          <p:nvPr/>
        </p:nvSpPr>
        <p:spPr>
          <a:xfrm>
            <a:off x="9679838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4" name="Shape 82"/>
          <p:cNvSpPr/>
          <p:nvPr/>
        </p:nvSpPr>
        <p:spPr>
          <a:xfrm>
            <a:off x="9984334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5" name="Shape 83"/>
          <p:cNvSpPr/>
          <p:nvPr/>
        </p:nvSpPr>
        <p:spPr>
          <a:xfrm>
            <a:off x="10288829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6" name="Shape 84"/>
          <p:cNvSpPr/>
          <p:nvPr/>
        </p:nvSpPr>
        <p:spPr>
          <a:xfrm>
            <a:off x="10593324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10897819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8" name="Shape 86"/>
          <p:cNvSpPr/>
          <p:nvPr/>
        </p:nvSpPr>
        <p:spPr>
          <a:xfrm>
            <a:off x="11202314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9" name="Shape 87"/>
          <p:cNvSpPr/>
          <p:nvPr/>
        </p:nvSpPr>
        <p:spPr>
          <a:xfrm>
            <a:off x="11506810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0" name="Shape 88"/>
          <p:cNvSpPr/>
          <p:nvPr/>
        </p:nvSpPr>
        <p:spPr>
          <a:xfrm>
            <a:off x="11811305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1" name="Shape 89"/>
          <p:cNvSpPr/>
          <p:nvPr/>
        </p:nvSpPr>
        <p:spPr>
          <a:xfrm>
            <a:off x="9070848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2" name="Shape 90"/>
          <p:cNvSpPr/>
          <p:nvPr/>
        </p:nvSpPr>
        <p:spPr>
          <a:xfrm>
            <a:off x="9375343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3" name="Shape 91"/>
          <p:cNvSpPr/>
          <p:nvPr/>
        </p:nvSpPr>
        <p:spPr>
          <a:xfrm>
            <a:off x="9679838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9984334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5" name="Shape 93"/>
          <p:cNvSpPr/>
          <p:nvPr/>
        </p:nvSpPr>
        <p:spPr>
          <a:xfrm>
            <a:off x="10288829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6" name="Shape 94"/>
          <p:cNvSpPr/>
          <p:nvPr/>
        </p:nvSpPr>
        <p:spPr>
          <a:xfrm>
            <a:off x="10593324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7" name="Shape 95"/>
          <p:cNvSpPr/>
          <p:nvPr/>
        </p:nvSpPr>
        <p:spPr>
          <a:xfrm>
            <a:off x="10897819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8" name="Shape 96"/>
          <p:cNvSpPr/>
          <p:nvPr/>
        </p:nvSpPr>
        <p:spPr>
          <a:xfrm>
            <a:off x="11202314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9" name="Shape 97"/>
          <p:cNvSpPr/>
          <p:nvPr/>
        </p:nvSpPr>
        <p:spPr>
          <a:xfrm>
            <a:off x="11506810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0" name="Shape 98"/>
          <p:cNvSpPr/>
          <p:nvPr/>
        </p:nvSpPr>
        <p:spPr>
          <a:xfrm>
            <a:off x="11811305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1" name="Shape 99"/>
          <p:cNvSpPr/>
          <p:nvPr/>
        </p:nvSpPr>
        <p:spPr>
          <a:xfrm>
            <a:off x="9070848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75343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679838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984334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288829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0593324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897819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1202314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1506810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1811305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377440" y="2103120"/>
            <a:ext cx="10241280" cy="7223760"/>
          </a:xfrm>
          <a:prstGeom prst="rect">
            <a:avLst/>
          </a:prstGeom>
          <a:solidFill>
            <a:srgbClr val="FDF1EB"/>
          </a:solidFill>
          <a:ln w="9525">
            <a:solidFill>
              <a:srgbClr val="F8DCC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651760" y="8046720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Export of the Dealership Test database: 10 pages</a:t>
            </a:r>
            <a:endParaRPr lang="en-US" sz="2000" dirty="0"/>
          </a:p>
        </p:txBody>
      </p:sp>
      <p:pic>
        <p:nvPicPr>
          <p:cNvPr id="119" name="Screenshot" descr="Export of the Notion Dealership Test database"/>
          <p:cNvPicPr>
            <a:picLocks noChangeAspect="1"/>
          </p:cNvPicPr>
          <p:nvPr/>
        </p:nvPicPr>
        <p:blipFill>
          <a:blip r:embed="rIdShot"/>
          <a:stretch>
            <a:fillRect/>
          </a:stretch>
        </p:blipFill>
        <p:spPr>
          <a:xfrm>
            <a:off x="2651760" y="2377440"/>
            <a:ext cx="9692640" cy="5449824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113" name="Shape 111"/>
          <p:cNvSpPr/>
          <p:nvPr/>
        </p:nvSpPr>
        <p:spPr>
          <a:xfrm flipV="1">
            <a:off x="1097280" y="8961120"/>
            <a:ext cx="3840480" cy="3291840"/>
          </a:xfrm>
          <a:prstGeom prst="round2DiagRect">
            <a:avLst>
              <a:gd name="adj" fmla="val 25688"/>
            </a:avLst>
          </a:prstGeom>
          <a:solidFill>
            <a:srgbClr val="F97C44"/>
          </a:solidFill>
          <a:ln/>
        </p:spPr>
      </p:sp>
      <p:sp>
        <p:nvSpPr>
          <p:cNvPr id="114" name="Text 112"/>
          <p:cNvSpPr/>
          <p:nvPr/>
        </p:nvSpPr>
        <p:spPr>
          <a:xfrm>
            <a:off x="1097280" y="89611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</a:t>
            </a:r>
            <a:endParaRPr lang="en-US" sz="12000" dirty="0"/>
          </a:p>
        </p:txBody>
      </p:sp>
      <p:sp>
        <p:nvSpPr>
          <p:cNvPr id="115" name="Text 113"/>
          <p:cNvSpPr/>
          <p:nvPr/>
        </p:nvSpPr>
        <p:spPr>
          <a:xfrm>
            <a:off x="13231368" y="2706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97C44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Service 3 of 4</a:t>
            </a:r>
            <a:endParaRPr lang="en-US" sz="2000" dirty="0"/>
          </a:p>
        </p:txBody>
      </p:sp>
      <p:sp>
        <p:nvSpPr>
          <p:cNvPr id="116" name="Text 114"/>
          <p:cNvSpPr/>
          <p:nvPr/>
        </p:nvSpPr>
        <p:spPr>
          <a:xfrm>
            <a:off x="13231368" y="3282696"/>
            <a:ext cx="9692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Notion</a:t>
            </a:r>
            <a:endParaRPr lang="en-US" sz="8000" dirty="0"/>
          </a:p>
        </p:txBody>
      </p:sp>
      <p:sp>
        <p:nvSpPr>
          <p:cNvPr id="118" name="Text 116"/>
          <p:cNvSpPr/>
          <p:nvPr/>
        </p:nvSpPr>
        <p:spPr>
          <a:xfrm>
            <a:off x="13231368" y="5358384"/>
            <a:ext cx="969264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Database with 10 lead follow-up pages (brand, lead source, stage, follow-up date)</a:t>
            </a:r>
            <a:endParaRPr lang="en-US" sz="2800" dirty="0"/>
          </a:p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Connected with the official Notion MCP server using OAuth</a:t>
            </a:r>
            <a:endParaRPr lang="en-US" sz="2800" dirty="0"/>
          </a:p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Each page saved as a Markdown file with its metadata in a YAML header</a:t>
            </a:r>
            <a:endParaRPr lang="en-US" sz="2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307592"/>
                </a:moveTo>
                <a:lnTo>
                  <a:pt x="435343" y="1296586"/>
                </a:lnTo>
                <a:lnTo>
                  <a:pt x="870685" y="1275795"/>
                </a:lnTo>
                <a:lnTo>
                  <a:pt x="1306028" y="1269927"/>
                </a:lnTo>
                <a:lnTo>
                  <a:pt x="1741370" y="1303693"/>
                </a:lnTo>
                <a:lnTo>
                  <a:pt x="2176713" y="1386382"/>
                </a:lnTo>
                <a:lnTo>
                  <a:pt x="2612055" y="1494204"/>
                </a:lnTo>
                <a:lnTo>
                  <a:pt x="3047398" y="1643420"/>
                </a:lnTo>
                <a:lnTo>
                  <a:pt x="3482741" y="1853246"/>
                </a:lnTo>
                <a:lnTo>
                  <a:pt x="3918083" y="2143301"/>
                </a:lnTo>
                <a:lnTo>
                  <a:pt x="4353426" y="2521972"/>
                </a:lnTo>
                <a:lnTo>
                  <a:pt x="4788768" y="2966094"/>
                </a:lnTo>
                <a:lnTo>
                  <a:pt x="5224111" y="3448556"/>
                </a:lnTo>
                <a:lnTo>
                  <a:pt x="5659453" y="3942639"/>
                </a:lnTo>
                <a:lnTo>
                  <a:pt x="6094796" y="4489633"/>
                </a:lnTo>
                <a:lnTo>
                  <a:pt x="6530139" y="5085533"/>
                </a:lnTo>
                <a:lnTo>
                  <a:pt x="6965481" y="5664108"/>
                </a:lnTo>
                <a:lnTo>
                  <a:pt x="7400824" y="6159123"/>
                </a:lnTo>
                <a:lnTo>
                  <a:pt x="7836166" y="6541936"/>
                </a:lnTo>
                <a:lnTo>
                  <a:pt x="8271509" y="6860333"/>
                </a:lnTo>
                <a:lnTo>
                  <a:pt x="8706851" y="7104523"/>
                </a:lnTo>
                <a:lnTo>
                  <a:pt x="9142194" y="7261809"/>
                </a:lnTo>
                <a:lnTo>
                  <a:pt x="9577537" y="7315646"/>
                </a:lnTo>
                <a:lnTo>
                  <a:pt x="10012879" y="7246449"/>
                </a:lnTo>
                <a:lnTo>
                  <a:pt x="10448222" y="7090172"/>
                </a:lnTo>
                <a:lnTo>
                  <a:pt x="10883564" y="6890743"/>
                </a:lnTo>
                <a:lnTo>
                  <a:pt x="11318907" y="6691050"/>
                </a:lnTo>
                <a:lnTo>
                  <a:pt x="11754250" y="6473612"/>
                </a:lnTo>
                <a:lnTo>
                  <a:pt x="12189592" y="6226493"/>
                </a:lnTo>
                <a:lnTo>
                  <a:pt x="12624935" y="5965822"/>
                </a:lnTo>
                <a:lnTo>
                  <a:pt x="13060277" y="5707730"/>
                </a:lnTo>
                <a:lnTo>
                  <a:pt x="13495620" y="5454457"/>
                </a:lnTo>
                <a:lnTo>
                  <a:pt x="13930962" y="5193979"/>
                </a:lnTo>
                <a:lnTo>
                  <a:pt x="14366305" y="4935472"/>
                </a:lnTo>
                <a:lnTo>
                  <a:pt x="14801648" y="4688545"/>
                </a:lnTo>
                <a:lnTo>
                  <a:pt x="15236990" y="4459620"/>
                </a:lnTo>
                <a:lnTo>
                  <a:pt x="15672333" y="4240085"/>
                </a:lnTo>
                <a:lnTo>
                  <a:pt x="16107675" y="4032905"/>
                </a:lnTo>
                <a:lnTo>
                  <a:pt x="16543018" y="3843227"/>
                </a:lnTo>
                <a:lnTo>
                  <a:pt x="16978360" y="3675892"/>
                </a:lnTo>
                <a:lnTo>
                  <a:pt x="17413703" y="3527638"/>
                </a:lnTo>
                <a:lnTo>
                  <a:pt x="17849046" y="3398039"/>
                </a:lnTo>
                <a:lnTo>
                  <a:pt x="18284388" y="3289840"/>
                </a:lnTo>
                <a:lnTo>
                  <a:pt x="18719731" y="3205787"/>
                </a:lnTo>
                <a:lnTo>
                  <a:pt x="19155073" y="3147081"/>
                </a:lnTo>
                <a:lnTo>
                  <a:pt x="19590416" y="3112070"/>
                </a:lnTo>
                <a:lnTo>
                  <a:pt x="20025758" y="3099717"/>
                </a:lnTo>
                <a:lnTo>
                  <a:pt x="20461101" y="3108995"/>
                </a:lnTo>
                <a:lnTo>
                  <a:pt x="20896444" y="3139511"/>
                </a:lnTo>
                <a:lnTo>
                  <a:pt x="21331786" y="3192578"/>
                </a:lnTo>
                <a:lnTo>
                  <a:pt x="21767129" y="3267080"/>
                </a:lnTo>
                <a:lnTo>
                  <a:pt x="22202471" y="3361645"/>
                </a:lnTo>
                <a:lnTo>
                  <a:pt x="22637814" y="3477491"/>
                </a:lnTo>
                <a:lnTo>
                  <a:pt x="23073156" y="3641414"/>
                </a:lnTo>
                <a:lnTo>
                  <a:pt x="23508499" y="3830108"/>
                </a:lnTo>
                <a:lnTo>
                  <a:pt x="23943842" y="4004106"/>
                </a:lnTo>
                <a:lnTo>
                  <a:pt x="24379184" y="41239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728216"/>
                </a:moveTo>
                <a:lnTo>
                  <a:pt x="435343" y="1717621"/>
                </a:lnTo>
                <a:lnTo>
                  <a:pt x="870685" y="1698650"/>
                </a:lnTo>
                <a:lnTo>
                  <a:pt x="1306028" y="1690519"/>
                </a:lnTo>
                <a:lnTo>
                  <a:pt x="1741370" y="1712447"/>
                </a:lnTo>
                <a:lnTo>
                  <a:pt x="2176713" y="1769832"/>
                </a:lnTo>
                <a:lnTo>
                  <a:pt x="2612055" y="1841753"/>
                </a:lnTo>
                <a:lnTo>
                  <a:pt x="3047398" y="1946725"/>
                </a:lnTo>
                <a:lnTo>
                  <a:pt x="3482741" y="2106026"/>
                </a:lnTo>
                <a:lnTo>
                  <a:pt x="3918083" y="2340495"/>
                </a:lnTo>
                <a:lnTo>
                  <a:pt x="4353426" y="2653573"/>
                </a:lnTo>
                <a:lnTo>
                  <a:pt x="4788768" y="3025871"/>
                </a:lnTo>
                <a:lnTo>
                  <a:pt x="5224111" y="3436456"/>
                </a:lnTo>
                <a:lnTo>
                  <a:pt x="5659453" y="3864705"/>
                </a:lnTo>
                <a:lnTo>
                  <a:pt x="6094796" y="4343543"/>
                </a:lnTo>
                <a:lnTo>
                  <a:pt x="6530139" y="4869441"/>
                </a:lnTo>
                <a:lnTo>
                  <a:pt x="6965481" y="5389548"/>
                </a:lnTo>
                <a:lnTo>
                  <a:pt x="7400824" y="5851016"/>
                </a:lnTo>
                <a:lnTo>
                  <a:pt x="7836166" y="6234161"/>
                </a:lnTo>
                <a:lnTo>
                  <a:pt x="8271509" y="6579633"/>
                </a:lnTo>
                <a:lnTo>
                  <a:pt x="8706851" y="6870900"/>
                </a:lnTo>
                <a:lnTo>
                  <a:pt x="9142194" y="7088743"/>
                </a:lnTo>
                <a:lnTo>
                  <a:pt x="9577537" y="7213544"/>
                </a:lnTo>
                <a:lnTo>
                  <a:pt x="10012879" y="7239638"/>
                </a:lnTo>
                <a:lnTo>
                  <a:pt x="10448222" y="7191023"/>
                </a:lnTo>
                <a:lnTo>
                  <a:pt x="10883564" y="7094468"/>
                </a:lnTo>
                <a:lnTo>
                  <a:pt x="11318907" y="6976013"/>
                </a:lnTo>
                <a:lnTo>
                  <a:pt x="11754250" y="6821126"/>
                </a:lnTo>
                <a:lnTo>
                  <a:pt x="12189592" y="6624828"/>
                </a:lnTo>
                <a:lnTo>
                  <a:pt x="12624935" y="6402906"/>
                </a:lnTo>
                <a:lnTo>
                  <a:pt x="13060277" y="6171147"/>
                </a:lnTo>
                <a:lnTo>
                  <a:pt x="13495620" y="5930665"/>
                </a:lnTo>
                <a:lnTo>
                  <a:pt x="13930962" y="5669280"/>
                </a:lnTo>
                <a:lnTo>
                  <a:pt x="14366305" y="5398532"/>
                </a:lnTo>
                <a:lnTo>
                  <a:pt x="14801648" y="5130433"/>
                </a:lnTo>
                <a:lnTo>
                  <a:pt x="15236990" y="4872430"/>
                </a:lnTo>
                <a:lnTo>
                  <a:pt x="15672333" y="4612028"/>
                </a:lnTo>
                <a:lnTo>
                  <a:pt x="16107675" y="4355568"/>
                </a:lnTo>
                <a:lnTo>
                  <a:pt x="16543018" y="4112660"/>
                </a:lnTo>
                <a:lnTo>
                  <a:pt x="16978360" y="3892338"/>
                </a:lnTo>
                <a:lnTo>
                  <a:pt x="17413703" y="3688498"/>
                </a:lnTo>
                <a:lnTo>
                  <a:pt x="17849046" y="3500356"/>
                </a:lnTo>
                <a:lnTo>
                  <a:pt x="18284388" y="3333059"/>
                </a:lnTo>
                <a:lnTo>
                  <a:pt x="18719731" y="3191757"/>
                </a:lnTo>
                <a:lnTo>
                  <a:pt x="19155073" y="3077278"/>
                </a:lnTo>
                <a:lnTo>
                  <a:pt x="19590416" y="2986442"/>
                </a:lnTo>
                <a:lnTo>
                  <a:pt x="20025758" y="2920254"/>
                </a:lnTo>
                <a:lnTo>
                  <a:pt x="20461101" y="2879742"/>
                </a:lnTo>
                <a:lnTo>
                  <a:pt x="20896444" y="2865858"/>
                </a:lnTo>
                <a:lnTo>
                  <a:pt x="21331786" y="2878422"/>
                </a:lnTo>
                <a:lnTo>
                  <a:pt x="21767129" y="2916426"/>
                </a:lnTo>
                <a:lnTo>
                  <a:pt x="22202471" y="2978840"/>
                </a:lnTo>
                <a:lnTo>
                  <a:pt x="22637814" y="3067222"/>
                </a:lnTo>
                <a:lnTo>
                  <a:pt x="23073156" y="3208465"/>
                </a:lnTo>
                <a:lnTo>
                  <a:pt x="23508499" y="3378958"/>
                </a:lnTo>
                <a:lnTo>
                  <a:pt x="23943842" y="3538891"/>
                </a:lnTo>
                <a:lnTo>
                  <a:pt x="24379184" y="36484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139696"/>
                </a:moveTo>
                <a:lnTo>
                  <a:pt x="435343" y="2132696"/>
                </a:lnTo>
                <a:lnTo>
                  <a:pt x="870685" y="2120161"/>
                </a:lnTo>
                <a:lnTo>
                  <a:pt x="1306028" y="2114789"/>
                </a:lnTo>
                <a:lnTo>
                  <a:pt x="1741370" y="2129277"/>
                </a:lnTo>
                <a:lnTo>
                  <a:pt x="2176713" y="2164315"/>
                </a:lnTo>
                <a:lnTo>
                  <a:pt x="2612055" y="2202272"/>
                </a:lnTo>
                <a:lnTo>
                  <a:pt x="3047398" y="2264622"/>
                </a:lnTo>
                <a:lnTo>
                  <a:pt x="3482741" y="2375387"/>
                </a:lnTo>
                <a:lnTo>
                  <a:pt x="3918083" y="2557371"/>
                </a:lnTo>
                <a:lnTo>
                  <a:pt x="4353426" y="2809624"/>
                </a:lnTo>
                <a:lnTo>
                  <a:pt x="4788768" y="3115431"/>
                </a:lnTo>
                <a:lnTo>
                  <a:pt x="5224111" y="3458663"/>
                </a:lnTo>
                <a:lnTo>
                  <a:pt x="5659453" y="3823431"/>
                </a:lnTo>
                <a:lnTo>
                  <a:pt x="6094796" y="4235387"/>
                </a:lnTo>
                <a:lnTo>
                  <a:pt x="6530139" y="4691692"/>
                </a:lnTo>
                <a:lnTo>
                  <a:pt x="6965481" y="5151164"/>
                </a:lnTo>
                <a:lnTo>
                  <a:pt x="7400824" y="5572623"/>
                </a:lnTo>
                <a:lnTo>
                  <a:pt x="7836166" y="5942571"/>
                </a:lnTo>
                <a:lnTo>
                  <a:pt x="8271509" y="6294146"/>
                </a:lnTo>
                <a:lnTo>
                  <a:pt x="8706851" y="6609404"/>
                </a:lnTo>
                <a:lnTo>
                  <a:pt x="9142194" y="6868099"/>
                </a:lnTo>
                <a:lnTo>
                  <a:pt x="9577537" y="7052147"/>
                </a:lnTo>
                <a:lnTo>
                  <a:pt x="10012879" y="7167008"/>
                </a:lnTo>
                <a:lnTo>
                  <a:pt x="10448222" y="7223467"/>
                </a:lnTo>
                <a:lnTo>
                  <a:pt x="10883564" y="7230789"/>
                </a:lnTo>
                <a:lnTo>
                  <a:pt x="11318907" y="7197875"/>
                </a:lnTo>
                <a:lnTo>
                  <a:pt x="11754250" y="7115212"/>
                </a:lnTo>
                <a:lnTo>
                  <a:pt x="12189592" y="6983730"/>
                </a:lnTo>
                <a:lnTo>
                  <a:pt x="12624935" y="6815782"/>
                </a:lnTo>
                <a:lnTo>
                  <a:pt x="13060277" y="6623724"/>
                </a:lnTo>
                <a:lnTo>
                  <a:pt x="13495620" y="6406074"/>
                </a:lnTo>
                <a:lnTo>
                  <a:pt x="13930962" y="6152392"/>
                </a:lnTo>
                <a:lnTo>
                  <a:pt x="14366305" y="5877310"/>
                </a:lnTo>
                <a:lnTo>
                  <a:pt x="14801648" y="5595927"/>
                </a:lnTo>
                <a:lnTo>
                  <a:pt x="15236990" y="5317557"/>
                </a:lnTo>
                <a:lnTo>
                  <a:pt x="15672333" y="5026341"/>
                </a:lnTo>
                <a:lnTo>
                  <a:pt x="16107675" y="4730478"/>
                </a:lnTo>
                <a:lnTo>
                  <a:pt x="16543018" y="4442324"/>
                </a:lnTo>
                <a:lnTo>
                  <a:pt x="16978360" y="4173387"/>
                </a:lnTo>
                <a:lnTo>
                  <a:pt x="17413703" y="3913819"/>
                </a:lnTo>
                <a:lnTo>
                  <a:pt x="17849046" y="3664106"/>
                </a:lnTo>
                <a:lnTo>
                  <a:pt x="18284388" y="3433858"/>
                </a:lnTo>
                <a:lnTo>
                  <a:pt x="18719731" y="3232683"/>
                </a:lnTo>
                <a:lnTo>
                  <a:pt x="19155073" y="3062064"/>
                </a:lnTo>
                <a:lnTo>
                  <a:pt x="19590416" y="2916061"/>
                </a:lnTo>
                <a:lnTo>
                  <a:pt x="20025758" y="2796686"/>
                </a:lnTo>
                <a:lnTo>
                  <a:pt x="20461101" y="2705998"/>
                </a:lnTo>
                <a:lnTo>
                  <a:pt x="20896444" y="2645415"/>
                </a:lnTo>
                <a:lnTo>
                  <a:pt x="21331786" y="2613612"/>
                </a:lnTo>
                <a:lnTo>
                  <a:pt x="21767129" y="2610390"/>
                </a:lnTo>
                <a:lnTo>
                  <a:pt x="22202471" y="2635749"/>
                </a:lnTo>
                <a:lnTo>
                  <a:pt x="22637814" y="2692180"/>
                </a:lnTo>
                <a:lnTo>
                  <a:pt x="23073156" y="2805954"/>
                </a:lnTo>
                <a:lnTo>
                  <a:pt x="23508499" y="2953369"/>
                </a:lnTo>
                <a:lnTo>
                  <a:pt x="23943842" y="3094958"/>
                </a:lnTo>
                <a:lnTo>
                  <a:pt x="24379184" y="31912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108960"/>
                </a:moveTo>
                <a:lnTo>
                  <a:pt x="435343" y="3010013"/>
                </a:lnTo>
                <a:lnTo>
                  <a:pt x="870685" y="2863681"/>
                </a:lnTo>
                <a:lnTo>
                  <a:pt x="1306028" y="2714234"/>
                </a:lnTo>
                <a:lnTo>
                  <a:pt x="1741370" y="2605942"/>
                </a:lnTo>
                <a:lnTo>
                  <a:pt x="2176713" y="2562519"/>
                </a:lnTo>
                <a:lnTo>
                  <a:pt x="2612055" y="2550695"/>
                </a:lnTo>
                <a:lnTo>
                  <a:pt x="3047398" y="2576902"/>
                </a:lnTo>
                <a:lnTo>
                  <a:pt x="3482741" y="2651094"/>
                </a:lnTo>
                <a:lnTo>
                  <a:pt x="3918083" y="2783364"/>
                </a:lnTo>
                <a:lnTo>
                  <a:pt x="4353426" y="2977635"/>
                </a:lnTo>
                <a:lnTo>
                  <a:pt x="4788768" y="3222363"/>
                </a:lnTo>
                <a:lnTo>
                  <a:pt x="5224111" y="3504163"/>
                </a:lnTo>
                <a:lnTo>
                  <a:pt x="5659453" y="3809844"/>
                </a:lnTo>
                <a:lnTo>
                  <a:pt x="6094796" y="4159520"/>
                </a:lnTo>
                <a:lnTo>
                  <a:pt x="6530139" y="4551328"/>
                </a:lnTo>
                <a:lnTo>
                  <a:pt x="6965481" y="4953009"/>
                </a:lnTo>
                <a:lnTo>
                  <a:pt x="7400824" y="5332304"/>
                </a:lnTo>
                <a:lnTo>
                  <a:pt x="7836166" y="5679213"/>
                </a:lnTo>
                <a:lnTo>
                  <a:pt x="8271509" y="6020149"/>
                </a:lnTo>
                <a:lnTo>
                  <a:pt x="8706851" y="6339483"/>
                </a:lnTo>
                <a:lnTo>
                  <a:pt x="9142194" y="6619711"/>
                </a:lnTo>
                <a:lnTo>
                  <a:pt x="9577537" y="6846999"/>
                </a:lnTo>
                <a:lnTo>
                  <a:pt x="10012879" y="7034009"/>
                </a:lnTo>
                <a:lnTo>
                  <a:pt x="10448222" y="7179986"/>
                </a:lnTo>
                <a:lnTo>
                  <a:pt x="10883564" y="7279784"/>
                </a:lnTo>
                <a:lnTo>
                  <a:pt x="11318907" y="7328243"/>
                </a:lnTo>
                <a:lnTo>
                  <a:pt x="11754250" y="7322164"/>
                </a:lnTo>
                <a:lnTo>
                  <a:pt x="12189592" y="7266051"/>
                </a:lnTo>
                <a:lnTo>
                  <a:pt x="12624935" y="7166081"/>
                </a:lnTo>
                <a:lnTo>
                  <a:pt x="13060277" y="7028432"/>
                </a:lnTo>
                <a:lnTo>
                  <a:pt x="13495620" y="6849243"/>
                </a:lnTo>
                <a:lnTo>
                  <a:pt x="13930962" y="6622095"/>
                </a:lnTo>
                <a:lnTo>
                  <a:pt x="14366305" y="6361720"/>
                </a:lnTo>
                <a:lnTo>
                  <a:pt x="14801648" y="6083218"/>
                </a:lnTo>
                <a:lnTo>
                  <a:pt x="15236990" y="5795090"/>
                </a:lnTo>
                <a:lnTo>
                  <a:pt x="15672333" y="5479040"/>
                </a:lnTo>
                <a:lnTo>
                  <a:pt x="16107675" y="5146975"/>
                </a:lnTo>
                <a:lnTo>
                  <a:pt x="16543018" y="4815711"/>
                </a:lnTo>
                <a:lnTo>
                  <a:pt x="16978360" y="4500914"/>
                </a:lnTo>
                <a:lnTo>
                  <a:pt x="17413703" y="4189205"/>
                </a:lnTo>
                <a:lnTo>
                  <a:pt x="17849046" y="3881227"/>
                </a:lnTo>
                <a:lnTo>
                  <a:pt x="18284388" y="3590020"/>
                </a:lnTo>
                <a:lnTo>
                  <a:pt x="18719731" y="3328626"/>
                </a:lnTo>
                <a:lnTo>
                  <a:pt x="19155073" y="3098255"/>
                </a:lnTo>
                <a:lnTo>
                  <a:pt x="19590416" y="2890800"/>
                </a:lnTo>
                <a:lnTo>
                  <a:pt x="20025758" y="2710651"/>
                </a:lnTo>
                <a:lnTo>
                  <a:pt x="20461101" y="2562268"/>
                </a:lnTo>
                <a:lnTo>
                  <a:pt x="20896444" y="2448406"/>
                </a:lnTo>
                <a:lnTo>
                  <a:pt x="21331786" y="2365546"/>
                </a:lnTo>
                <a:lnTo>
                  <a:pt x="21767129" y="2314469"/>
                </a:lnTo>
                <a:lnTo>
                  <a:pt x="22202471" y="2296549"/>
                </a:lnTo>
                <a:lnTo>
                  <a:pt x="22637814" y="2315506"/>
                </a:lnTo>
                <a:lnTo>
                  <a:pt x="23073156" y="2396631"/>
                </a:lnTo>
                <a:lnTo>
                  <a:pt x="23508499" y="2516236"/>
                </a:lnTo>
                <a:lnTo>
                  <a:pt x="23943842" y="2635541"/>
                </a:lnTo>
                <a:lnTo>
                  <a:pt x="24379184" y="27157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953512"/>
                </a:moveTo>
                <a:lnTo>
                  <a:pt x="435343" y="2953323"/>
                </a:lnTo>
                <a:lnTo>
                  <a:pt x="870685" y="2952984"/>
                </a:lnTo>
                <a:lnTo>
                  <a:pt x="1306028" y="2952839"/>
                </a:lnTo>
                <a:lnTo>
                  <a:pt x="1741370" y="2953230"/>
                </a:lnTo>
                <a:lnTo>
                  <a:pt x="2176713" y="2945841"/>
                </a:lnTo>
                <a:lnTo>
                  <a:pt x="2612055" y="2919170"/>
                </a:lnTo>
                <a:lnTo>
                  <a:pt x="3047398" y="2900559"/>
                </a:lnTo>
                <a:lnTo>
                  <a:pt x="3482741" y="2919522"/>
                </a:lnTo>
                <a:lnTo>
                  <a:pt x="3918083" y="3002955"/>
                </a:lnTo>
                <a:lnTo>
                  <a:pt x="4353426" y="3142236"/>
                </a:lnTo>
                <a:lnTo>
                  <a:pt x="4788768" y="3324811"/>
                </a:lnTo>
                <a:lnTo>
                  <a:pt x="5224111" y="3542444"/>
                </a:lnTo>
                <a:lnTo>
                  <a:pt x="5659453" y="3787030"/>
                </a:lnTo>
                <a:lnTo>
                  <a:pt x="6094796" y="4073081"/>
                </a:lnTo>
                <a:lnTo>
                  <a:pt x="6530139" y="4398553"/>
                </a:lnTo>
                <a:lnTo>
                  <a:pt x="6965481" y="4740111"/>
                </a:lnTo>
                <a:lnTo>
                  <a:pt x="7400824" y="5074418"/>
                </a:lnTo>
                <a:lnTo>
                  <a:pt x="7836166" y="5395810"/>
                </a:lnTo>
                <a:lnTo>
                  <a:pt x="8271509" y="5724642"/>
                </a:lnTo>
                <a:lnTo>
                  <a:pt x="8706851" y="6045290"/>
                </a:lnTo>
                <a:lnTo>
                  <a:pt x="9142194" y="6340596"/>
                </a:lnTo>
                <a:lnTo>
                  <a:pt x="9577537" y="6597805"/>
                </a:lnTo>
                <a:lnTo>
                  <a:pt x="10012879" y="6832915"/>
                </a:lnTo>
                <a:lnTo>
                  <a:pt x="10448222" y="7040640"/>
                </a:lnTo>
                <a:lnTo>
                  <a:pt x="10883564" y="7210000"/>
                </a:lnTo>
                <a:lnTo>
                  <a:pt x="11318907" y="7330306"/>
                </a:lnTo>
                <a:lnTo>
                  <a:pt x="11754250" y="7407325"/>
                </a:lnTo>
                <a:lnTo>
                  <a:pt x="12189592" y="7443216"/>
                </a:lnTo>
                <a:lnTo>
                  <a:pt x="12624935" y="7431800"/>
                </a:lnTo>
                <a:lnTo>
                  <a:pt x="13060277" y="7366901"/>
                </a:lnTo>
                <a:lnTo>
                  <a:pt x="13495620" y="7240045"/>
                </a:lnTo>
                <a:lnTo>
                  <a:pt x="13930962" y="7052903"/>
                </a:lnTo>
                <a:lnTo>
                  <a:pt x="14366305" y="6820074"/>
                </a:lnTo>
                <a:lnTo>
                  <a:pt x="14801648" y="6556315"/>
                </a:lnTo>
                <a:lnTo>
                  <a:pt x="15236990" y="6269051"/>
                </a:lnTo>
                <a:lnTo>
                  <a:pt x="15672333" y="5937758"/>
                </a:lnTo>
                <a:lnTo>
                  <a:pt x="16107675" y="5578096"/>
                </a:lnTo>
                <a:lnTo>
                  <a:pt x="16543018" y="5211341"/>
                </a:lnTo>
                <a:lnTo>
                  <a:pt x="16978360" y="4857342"/>
                </a:lnTo>
                <a:lnTo>
                  <a:pt x="17413703" y="4499648"/>
                </a:lnTo>
                <a:lnTo>
                  <a:pt x="17849046" y="4138715"/>
                </a:lnTo>
                <a:lnTo>
                  <a:pt x="18284388" y="3790331"/>
                </a:lnTo>
                <a:lnTo>
                  <a:pt x="18719731" y="3470281"/>
                </a:lnTo>
                <a:lnTo>
                  <a:pt x="19155073" y="3178501"/>
                </a:lnTo>
                <a:lnTo>
                  <a:pt x="19590416" y="2905093"/>
                </a:lnTo>
                <a:lnTo>
                  <a:pt x="20025758" y="2658531"/>
                </a:lnTo>
                <a:lnTo>
                  <a:pt x="20461101" y="2447397"/>
                </a:lnTo>
                <a:lnTo>
                  <a:pt x="20896444" y="2276963"/>
                </a:lnTo>
                <a:lnTo>
                  <a:pt x="21331786" y="2140410"/>
                </a:lnTo>
                <a:lnTo>
                  <a:pt x="21767129" y="2039338"/>
                </a:lnTo>
                <a:lnTo>
                  <a:pt x="22202471" y="1976490"/>
                </a:lnTo>
                <a:lnTo>
                  <a:pt x="22637814" y="1956839"/>
                </a:lnTo>
                <a:lnTo>
                  <a:pt x="23073156" y="2004923"/>
                </a:lnTo>
                <a:lnTo>
                  <a:pt x="23508499" y="2096863"/>
                </a:lnTo>
                <a:lnTo>
                  <a:pt x="23943842" y="2194223"/>
                </a:lnTo>
                <a:lnTo>
                  <a:pt x="24379184" y="22585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300984"/>
                </a:moveTo>
                <a:lnTo>
                  <a:pt x="435343" y="3302876"/>
                </a:lnTo>
                <a:lnTo>
                  <a:pt x="870685" y="3306264"/>
                </a:lnTo>
                <a:lnTo>
                  <a:pt x="1306028" y="3307716"/>
                </a:lnTo>
                <a:lnTo>
                  <a:pt x="1741370" y="3303800"/>
                </a:lnTo>
                <a:lnTo>
                  <a:pt x="2176713" y="3284625"/>
                </a:lnTo>
                <a:lnTo>
                  <a:pt x="2612055" y="3242121"/>
                </a:lnTo>
                <a:lnTo>
                  <a:pt x="3047398" y="3201641"/>
                </a:lnTo>
                <a:lnTo>
                  <a:pt x="3482741" y="3190296"/>
                </a:lnTo>
                <a:lnTo>
                  <a:pt x="3918083" y="3232128"/>
                </a:lnTo>
                <a:lnTo>
                  <a:pt x="4353426" y="3314787"/>
                </a:lnTo>
                <a:lnTo>
                  <a:pt x="4788768" y="3431483"/>
                </a:lnTo>
                <a:lnTo>
                  <a:pt x="5224111" y="3581529"/>
                </a:lnTo>
                <a:lnTo>
                  <a:pt x="5659453" y="3764317"/>
                </a:lnTo>
                <a:lnTo>
                  <a:pt x="6094796" y="3990999"/>
                </a:lnTo>
                <a:lnTo>
                  <a:pt x="6530139" y="4257225"/>
                </a:lnTo>
                <a:lnTo>
                  <a:pt x="6965481" y="4544808"/>
                </a:lnTo>
                <a:lnTo>
                  <a:pt x="7400824" y="4835559"/>
                </a:lnTo>
                <a:lnTo>
                  <a:pt x="7836166" y="5125066"/>
                </a:lnTo>
                <a:lnTo>
                  <a:pt x="8271509" y="5429197"/>
                </a:lnTo>
                <a:lnTo>
                  <a:pt x="8706851" y="5735766"/>
                </a:lnTo>
                <a:lnTo>
                  <a:pt x="9142194" y="6031388"/>
                </a:lnTo>
                <a:lnTo>
                  <a:pt x="9577537" y="6307101"/>
                </a:lnTo>
                <a:lnTo>
                  <a:pt x="10012879" y="6579742"/>
                </a:lnTo>
                <a:lnTo>
                  <a:pt x="10448222" y="6839659"/>
                </a:lnTo>
                <a:lnTo>
                  <a:pt x="10883564" y="7071065"/>
                </a:lnTo>
                <a:lnTo>
                  <a:pt x="11318907" y="7258756"/>
                </a:lnTo>
                <a:lnTo>
                  <a:pt x="11754250" y="7417301"/>
                </a:lnTo>
                <a:lnTo>
                  <a:pt x="12189592" y="7546086"/>
                </a:lnTo>
                <a:lnTo>
                  <a:pt x="12624935" y="7626579"/>
                </a:lnTo>
                <a:lnTo>
                  <a:pt x="13060277" y="7640249"/>
                </a:lnTo>
                <a:lnTo>
                  <a:pt x="13495620" y="7574574"/>
                </a:lnTo>
                <a:lnTo>
                  <a:pt x="13930962" y="7439537"/>
                </a:lnTo>
                <a:lnTo>
                  <a:pt x="14366305" y="7248254"/>
                </a:lnTo>
                <a:lnTo>
                  <a:pt x="14801648" y="7013765"/>
                </a:lnTo>
                <a:lnTo>
                  <a:pt x="15236990" y="6741932"/>
                </a:lnTo>
                <a:lnTo>
                  <a:pt x="15672333" y="6412517"/>
                </a:lnTo>
                <a:lnTo>
                  <a:pt x="16107675" y="6042553"/>
                </a:lnTo>
                <a:lnTo>
                  <a:pt x="16543018" y="5654691"/>
                </a:lnTo>
                <a:lnTo>
                  <a:pt x="16978360" y="5269899"/>
                </a:lnTo>
                <a:lnTo>
                  <a:pt x="17413703" y="4867674"/>
                </a:lnTo>
                <a:lnTo>
                  <a:pt x="17849046" y="4450736"/>
                </a:lnTo>
                <a:lnTo>
                  <a:pt x="18284388" y="4040362"/>
                </a:lnTo>
                <a:lnTo>
                  <a:pt x="18719731" y="3657830"/>
                </a:lnTo>
                <a:lnTo>
                  <a:pt x="19155073" y="3302344"/>
                </a:lnTo>
                <a:lnTo>
                  <a:pt x="19590416" y="2960518"/>
                </a:lnTo>
                <a:lnTo>
                  <a:pt x="20025758" y="2645250"/>
                </a:lnTo>
                <a:lnTo>
                  <a:pt x="20461101" y="2369579"/>
                </a:lnTo>
                <a:lnTo>
                  <a:pt x="20896444" y="2141935"/>
                </a:lnTo>
                <a:lnTo>
                  <a:pt x="21331786" y="1952789"/>
                </a:lnTo>
                <a:lnTo>
                  <a:pt x="21767129" y="1803002"/>
                </a:lnTo>
                <a:lnTo>
                  <a:pt x="22202471" y="1694978"/>
                </a:lnTo>
                <a:lnTo>
                  <a:pt x="22637814" y="1633175"/>
                </a:lnTo>
                <a:lnTo>
                  <a:pt x="23073156" y="1640206"/>
                </a:lnTo>
                <a:lnTo>
                  <a:pt x="23508499" y="1694147"/>
                </a:lnTo>
                <a:lnTo>
                  <a:pt x="23943842" y="1759650"/>
                </a:lnTo>
                <a:lnTo>
                  <a:pt x="24379184" y="18013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630168"/>
                </a:moveTo>
                <a:lnTo>
                  <a:pt x="435343" y="3633573"/>
                </a:lnTo>
                <a:lnTo>
                  <a:pt x="870685" y="3639671"/>
                </a:lnTo>
                <a:lnTo>
                  <a:pt x="1306028" y="3642285"/>
                </a:lnTo>
                <a:lnTo>
                  <a:pt x="1741370" y="3635237"/>
                </a:lnTo>
                <a:lnTo>
                  <a:pt x="2176713" y="3608176"/>
                </a:lnTo>
                <a:lnTo>
                  <a:pt x="2612055" y="3556432"/>
                </a:lnTo>
                <a:lnTo>
                  <a:pt x="3047398" y="3501714"/>
                </a:lnTo>
                <a:lnTo>
                  <a:pt x="3482741" y="3467016"/>
                </a:lnTo>
                <a:lnTo>
                  <a:pt x="3918083" y="3472005"/>
                </a:lnTo>
                <a:lnTo>
                  <a:pt x="4353426" y="3501416"/>
                </a:lnTo>
                <a:lnTo>
                  <a:pt x="4788768" y="3554620"/>
                </a:lnTo>
                <a:lnTo>
                  <a:pt x="5224111" y="3638482"/>
                </a:lnTo>
                <a:lnTo>
                  <a:pt x="5659453" y="3759889"/>
                </a:lnTo>
                <a:lnTo>
                  <a:pt x="6094796" y="3926419"/>
                </a:lnTo>
                <a:lnTo>
                  <a:pt x="6530139" y="4131509"/>
                </a:lnTo>
                <a:lnTo>
                  <a:pt x="6965481" y="4362461"/>
                </a:lnTo>
                <a:lnTo>
                  <a:pt x="7400824" y="4606577"/>
                </a:lnTo>
                <a:lnTo>
                  <a:pt x="7836166" y="4861588"/>
                </a:lnTo>
                <a:lnTo>
                  <a:pt x="8271509" y="5139218"/>
                </a:lnTo>
                <a:lnTo>
                  <a:pt x="8706851" y="5428727"/>
                </a:lnTo>
                <a:lnTo>
                  <a:pt x="9142194" y="5718447"/>
                </a:lnTo>
                <a:lnTo>
                  <a:pt x="9577537" y="6000607"/>
                </a:lnTo>
                <a:lnTo>
                  <a:pt x="10012879" y="6290071"/>
                </a:lnTo>
                <a:lnTo>
                  <a:pt x="10448222" y="6578188"/>
                </a:lnTo>
                <a:lnTo>
                  <a:pt x="10883564" y="6850889"/>
                </a:lnTo>
                <a:lnTo>
                  <a:pt x="11318907" y="7094907"/>
                </a:lnTo>
                <a:lnTo>
                  <a:pt x="11754250" y="7334587"/>
                </a:lnTo>
                <a:lnTo>
                  <a:pt x="12189592" y="7562659"/>
                </a:lnTo>
                <a:lnTo>
                  <a:pt x="12624935" y="7745151"/>
                </a:lnTo>
                <a:lnTo>
                  <a:pt x="13060277" y="7848086"/>
                </a:lnTo>
                <a:lnTo>
                  <a:pt x="13495620" y="7854274"/>
                </a:lnTo>
                <a:lnTo>
                  <a:pt x="13930962" y="7784237"/>
                </a:lnTo>
                <a:lnTo>
                  <a:pt x="14366305" y="7648309"/>
                </a:lnTo>
                <a:lnTo>
                  <a:pt x="14801648" y="7456442"/>
                </a:lnTo>
                <a:lnTo>
                  <a:pt x="15236990" y="7211946"/>
                </a:lnTo>
                <a:lnTo>
                  <a:pt x="15672333" y="6895884"/>
                </a:lnTo>
                <a:lnTo>
                  <a:pt x="16107675" y="6526567"/>
                </a:lnTo>
                <a:lnTo>
                  <a:pt x="16543018" y="6127675"/>
                </a:lnTo>
                <a:lnTo>
                  <a:pt x="16978360" y="5720990"/>
                </a:lnTo>
                <a:lnTo>
                  <a:pt x="17413703" y="5282513"/>
                </a:lnTo>
                <a:lnTo>
                  <a:pt x="17849046" y="4817003"/>
                </a:lnTo>
                <a:lnTo>
                  <a:pt x="18284388" y="4350544"/>
                </a:lnTo>
                <a:lnTo>
                  <a:pt x="18719731" y="3909215"/>
                </a:lnTo>
                <a:lnTo>
                  <a:pt x="19155073" y="3491478"/>
                </a:lnTo>
                <a:lnTo>
                  <a:pt x="19590416" y="3080894"/>
                </a:lnTo>
                <a:lnTo>
                  <a:pt x="20025758" y="2694437"/>
                </a:lnTo>
                <a:lnTo>
                  <a:pt x="20461101" y="2349268"/>
                </a:lnTo>
                <a:lnTo>
                  <a:pt x="20896444" y="2055854"/>
                </a:lnTo>
                <a:lnTo>
                  <a:pt x="21331786" y="1800395"/>
                </a:lnTo>
                <a:lnTo>
                  <a:pt x="21767129" y="1586390"/>
                </a:lnTo>
                <a:lnTo>
                  <a:pt x="22202471" y="1419674"/>
                </a:lnTo>
                <a:lnTo>
                  <a:pt x="22637814" y="1307822"/>
                </a:lnTo>
                <a:lnTo>
                  <a:pt x="23073156" y="1271450"/>
                </a:lnTo>
                <a:lnTo>
                  <a:pt x="23508499" y="1288263"/>
                </a:lnTo>
                <a:lnTo>
                  <a:pt x="23943842" y="1323941"/>
                </a:lnTo>
                <a:lnTo>
                  <a:pt x="24379184" y="13441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13048"/>
                </a:moveTo>
                <a:lnTo>
                  <a:pt x="435343" y="3814940"/>
                </a:lnTo>
                <a:lnTo>
                  <a:pt x="870685" y="3818328"/>
                </a:lnTo>
                <a:lnTo>
                  <a:pt x="1306028" y="3819780"/>
                </a:lnTo>
                <a:lnTo>
                  <a:pt x="1741370" y="3815864"/>
                </a:lnTo>
                <a:lnTo>
                  <a:pt x="2176713" y="3802240"/>
                </a:lnTo>
                <a:lnTo>
                  <a:pt x="2612055" y="3778177"/>
                </a:lnTo>
                <a:lnTo>
                  <a:pt x="3047398" y="3751210"/>
                </a:lnTo>
                <a:lnTo>
                  <a:pt x="3482741" y="3729232"/>
                </a:lnTo>
                <a:lnTo>
                  <a:pt x="3918083" y="3717266"/>
                </a:lnTo>
                <a:lnTo>
                  <a:pt x="4353426" y="3698550"/>
                </a:lnTo>
                <a:lnTo>
                  <a:pt x="4788768" y="3685202"/>
                </a:lnTo>
                <a:lnTo>
                  <a:pt x="5224111" y="3697470"/>
                </a:lnTo>
                <a:lnTo>
                  <a:pt x="5659453" y="3755549"/>
                </a:lnTo>
                <a:lnTo>
                  <a:pt x="6094796" y="3864126"/>
                </a:lnTo>
                <a:lnTo>
                  <a:pt x="6530139" y="4011262"/>
                </a:lnTo>
                <a:lnTo>
                  <a:pt x="6965481" y="4188379"/>
                </a:lnTo>
                <a:lnTo>
                  <a:pt x="7400824" y="4386895"/>
                </a:lnTo>
                <a:lnTo>
                  <a:pt x="7836166" y="4605882"/>
                </a:lnTo>
                <a:lnTo>
                  <a:pt x="8271509" y="4853737"/>
                </a:lnTo>
                <a:lnTo>
                  <a:pt x="8706851" y="5121550"/>
                </a:lnTo>
                <a:lnTo>
                  <a:pt x="9142194" y="5399711"/>
                </a:lnTo>
                <a:lnTo>
                  <a:pt x="9577537" y="5681925"/>
                </a:lnTo>
                <a:lnTo>
                  <a:pt x="10012879" y="5980896"/>
                </a:lnTo>
                <a:lnTo>
                  <a:pt x="10448222" y="6288913"/>
                </a:lnTo>
                <a:lnTo>
                  <a:pt x="10883564" y="6593621"/>
                </a:lnTo>
                <a:lnTo>
                  <a:pt x="11318907" y="6883598"/>
                </a:lnTo>
                <a:lnTo>
                  <a:pt x="11754250" y="7189167"/>
                </a:lnTo>
                <a:lnTo>
                  <a:pt x="12189592" y="7498652"/>
                </a:lnTo>
                <a:lnTo>
                  <a:pt x="12624935" y="7768468"/>
                </a:lnTo>
                <a:lnTo>
                  <a:pt x="13060277" y="7955032"/>
                </a:lnTo>
                <a:lnTo>
                  <a:pt x="13495620" y="8041281"/>
                </a:lnTo>
                <a:lnTo>
                  <a:pt x="13930962" y="8055464"/>
                </a:lnTo>
                <a:lnTo>
                  <a:pt x="14366305" y="7998969"/>
                </a:lnTo>
                <a:lnTo>
                  <a:pt x="14801648" y="7872483"/>
                </a:lnTo>
                <a:lnTo>
                  <a:pt x="15236990" y="7672030"/>
                </a:lnTo>
                <a:lnTo>
                  <a:pt x="15672333" y="7383707"/>
                </a:lnTo>
                <a:lnTo>
                  <a:pt x="16107675" y="7027944"/>
                </a:lnTo>
                <a:lnTo>
                  <a:pt x="16543018" y="6629450"/>
                </a:lnTo>
                <a:lnTo>
                  <a:pt x="16978360" y="6210847"/>
                </a:lnTo>
                <a:lnTo>
                  <a:pt x="17413703" y="5745098"/>
                </a:lnTo>
                <a:lnTo>
                  <a:pt x="17849046" y="5238660"/>
                </a:lnTo>
                <a:lnTo>
                  <a:pt x="18284388" y="4721733"/>
                </a:lnTo>
                <a:lnTo>
                  <a:pt x="18719731" y="4224517"/>
                </a:lnTo>
                <a:lnTo>
                  <a:pt x="19155073" y="3743727"/>
                </a:lnTo>
                <a:lnTo>
                  <a:pt x="19590416" y="3260240"/>
                </a:lnTo>
                <a:lnTo>
                  <a:pt x="20025758" y="2796825"/>
                </a:lnTo>
                <a:lnTo>
                  <a:pt x="20461101" y="2376476"/>
                </a:lnTo>
                <a:lnTo>
                  <a:pt x="20896444" y="2012880"/>
                </a:lnTo>
                <a:lnTo>
                  <a:pt x="21331786" y="1686863"/>
                </a:lnTo>
                <a:lnTo>
                  <a:pt x="21767129" y="1404394"/>
                </a:lnTo>
                <a:lnTo>
                  <a:pt x="22202471" y="1174741"/>
                </a:lnTo>
                <a:lnTo>
                  <a:pt x="22637814" y="1008551"/>
                </a:lnTo>
                <a:lnTo>
                  <a:pt x="23073156" y="923988"/>
                </a:lnTo>
                <a:lnTo>
                  <a:pt x="23508499" y="898795"/>
                </a:lnTo>
                <a:lnTo>
                  <a:pt x="23943842" y="900371"/>
                </a:lnTo>
                <a:lnTo>
                  <a:pt x="24379184" y="896112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40480"/>
                </a:moveTo>
                <a:lnTo>
                  <a:pt x="435343" y="3840480"/>
                </a:lnTo>
                <a:lnTo>
                  <a:pt x="870685" y="3840480"/>
                </a:lnTo>
                <a:lnTo>
                  <a:pt x="1306028" y="3840480"/>
                </a:lnTo>
                <a:lnTo>
                  <a:pt x="1741370" y="3840480"/>
                </a:lnTo>
                <a:lnTo>
                  <a:pt x="2176713" y="3840480"/>
                </a:lnTo>
                <a:lnTo>
                  <a:pt x="2612055" y="3840480"/>
                </a:lnTo>
                <a:lnTo>
                  <a:pt x="3047398" y="3840480"/>
                </a:lnTo>
                <a:lnTo>
                  <a:pt x="3482741" y="3840480"/>
                </a:lnTo>
                <a:lnTo>
                  <a:pt x="3918083" y="3839750"/>
                </a:lnTo>
                <a:lnTo>
                  <a:pt x="4353426" y="3833428"/>
                </a:lnTo>
                <a:lnTo>
                  <a:pt x="4788768" y="3826720"/>
                </a:lnTo>
                <a:lnTo>
                  <a:pt x="5224111" y="3827174"/>
                </a:lnTo>
                <a:lnTo>
                  <a:pt x="5659453" y="3842235"/>
                </a:lnTo>
                <a:lnTo>
                  <a:pt x="6094796" y="3860983"/>
                </a:lnTo>
                <a:lnTo>
                  <a:pt x="6530139" y="3884288"/>
                </a:lnTo>
                <a:lnTo>
                  <a:pt x="6965481" y="3929654"/>
                </a:lnTo>
                <a:lnTo>
                  <a:pt x="7400824" y="4014583"/>
                </a:lnTo>
                <a:lnTo>
                  <a:pt x="7836166" y="4150208"/>
                </a:lnTo>
                <a:lnTo>
                  <a:pt x="8271509" y="4326739"/>
                </a:lnTo>
                <a:lnTo>
                  <a:pt x="8706851" y="4536954"/>
                </a:lnTo>
                <a:lnTo>
                  <a:pt x="9142194" y="4773990"/>
                </a:lnTo>
                <a:lnTo>
                  <a:pt x="9577537" y="5032942"/>
                </a:lnTo>
                <a:lnTo>
                  <a:pt x="10012879" y="5321079"/>
                </a:lnTo>
                <a:lnTo>
                  <a:pt x="10448222" y="5635183"/>
                </a:lnTo>
                <a:lnTo>
                  <a:pt x="10883564" y="5969421"/>
                </a:lnTo>
                <a:lnTo>
                  <a:pt x="11318907" y="6318944"/>
                </a:lnTo>
                <a:lnTo>
                  <a:pt x="11754250" y="6719736"/>
                </a:lnTo>
                <a:lnTo>
                  <a:pt x="12189592" y="7153466"/>
                </a:lnTo>
                <a:lnTo>
                  <a:pt x="12624935" y="7566252"/>
                </a:lnTo>
                <a:lnTo>
                  <a:pt x="13060277" y="7904216"/>
                </a:lnTo>
                <a:lnTo>
                  <a:pt x="13495620" y="8155970"/>
                </a:lnTo>
                <a:lnTo>
                  <a:pt x="13930962" y="8360175"/>
                </a:lnTo>
                <a:lnTo>
                  <a:pt x="14366305" y="8495462"/>
                </a:lnTo>
                <a:lnTo>
                  <a:pt x="14801648" y="8539182"/>
                </a:lnTo>
                <a:lnTo>
                  <a:pt x="15236990" y="8470737"/>
                </a:lnTo>
                <a:lnTo>
                  <a:pt x="15672333" y="8294058"/>
                </a:lnTo>
                <a:lnTo>
                  <a:pt x="16107675" y="8027060"/>
                </a:lnTo>
                <a:lnTo>
                  <a:pt x="16543018" y="7687590"/>
                </a:lnTo>
                <a:lnTo>
                  <a:pt x="16978360" y="7291419"/>
                </a:lnTo>
                <a:lnTo>
                  <a:pt x="17413703" y="6808601"/>
                </a:lnTo>
                <a:lnTo>
                  <a:pt x="17849046" y="6251585"/>
                </a:lnTo>
                <a:lnTo>
                  <a:pt x="18284388" y="5657779"/>
                </a:lnTo>
                <a:lnTo>
                  <a:pt x="18719731" y="5064588"/>
                </a:lnTo>
                <a:lnTo>
                  <a:pt x="19155073" y="4463488"/>
                </a:lnTo>
                <a:lnTo>
                  <a:pt x="19590416" y="3830537"/>
                </a:lnTo>
                <a:lnTo>
                  <a:pt x="20025758" y="3203165"/>
                </a:lnTo>
                <a:lnTo>
                  <a:pt x="20461101" y="2619121"/>
                </a:lnTo>
                <a:lnTo>
                  <a:pt x="20896444" y="2100028"/>
                </a:lnTo>
                <a:lnTo>
                  <a:pt x="21331786" y="1612675"/>
                </a:lnTo>
                <a:lnTo>
                  <a:pt x="21767129" y="1170103"/>
                </a:lnTo>
                <a:lnTo>
                  <a:pt x="22202471" y="791186"/>
                </a:lnTo>
                <a:lnTo>
                  <a:pt x="22637814" y="495094"/>
                </a:lnTo>
                <a:lnTo>
                  <a:pt x="23073156" y="292207"/>
                </a:lnTo>
                <a:lnTo>
                  <a:pt x="23508499" y="161202"/>
                </a:lnTo>
                <a:lnTo>
                  <a:pt x="23943842" y="75657"/>
                </a:lnTo>
                <a:lnTo>
                  <a:pt x="24379184" y="91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70848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9375343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3" name="Shape 11"/>
          <p:cNvSpPr/>
          <p:nvPr/>
        </p:nvSpPr>
        <p:spPr>
          <a:xfrm>
            <a:off x="9679838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4" name="Shape 12"/>
          <p:cNvSpPr/>
          <p:nvPr/>
        </p:nvSpPr>
        <p:spPr>
          <a:xfrm>
            <a:off x="9984334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288829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93324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97819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02314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11506810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11811305" y="91440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9070848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375343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79838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4" name="Shape 22"/>
          <p:cNvSpPr/>
          <p:nvPr/>
        </p:nvSpPr>
        <p:spPr>
          <a:xfrm>
            <a:off x="9984334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5" name="Shape 23"/>
          <p:cNvSpPr/>
          <p:nvPr/>
        </p:nvSpPr>
        <p:spPr>
          <a:xfrm>
            <a:off x="10288829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6" name="Shape 24"/>
          <p:cNvSpPr/>
          <p:nvPr/>
        </p:nvSpPr>
        <p:spPr>
          <a:xfrm>
            <a:off x="10593324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10897819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02314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29" name="Shape 27"/>
          <p:cNvSpPr/>
          <p:nvPr/>
        </p:nvSpPr>
        <p:spPr>
          <a:xfrm>
            <a:off x="11506810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0" name="Shape 28"/>
          <p:cNvSpPr/>
          <p:nvPr/>
        </p:nvSpPr>
        <p:spPr>
          <a:xfrm>
            <a:off x="11811305" y="1218895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1" name="Shape 29"/>
          <p:cNvSpPr/>
          <p:nvPr/>
        </p:nvSpPr>
        <p:spPr>
          <a:xfrm>
            <a:off x="9070848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2" name="Shape 30"/>
          <p:cNvSpPr/>
          <p:nvPr/>
        </p:nvSpPr>
        <p:spPr>
          <a:xfrm>
            <a:off x="9375343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3" name="Shape 31"/>
          <p:cNvSpPr/>
          <p:nvPr/>
        </p:nvSpPr>
        <p:spPr>
          <a:xfrm>
            <a:off x="9679838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9984334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5" name="Shape 33"/>
          <p:cNvSpPr/>
          <p:nvPr/>
        </p:nvSpPr>
        <p:spPr>
          <a:xfrm>
            <a:off x="10288829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6" name="Shape 34"/>
          <p:cNvSpPr/>
          <p:nvPr/>
        </p:nvSpPr>
        <p:spPr>
          <a:xfrm>
            <a:off x="10593324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7" name="Shape 35"/>
          <p:cNvSpPr/>
          <p:nvPr/>
        </p:nvSpPr>
        <p:spPr>
          <a:xfrm>
            <a:off x="10897819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8" name="Shape 36"/>
          <p:cNvSpPr/>
          <p:nvPr/>
        </p:nvSpPr>
        <p:spPr>
          <a:xfrm>
            <a:off x="11202314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39" name="Shape 37"/>
          <p:cNvSpPr/>
          <p:nvPr/>
        </p:nvSpPr>
        <p:spPr>
          <a:xfrm>
            <a:off x="11506810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0" name="Shape 38"/>
          <p:cNvSpPr/>
          <p:nvPr/>
        </p:nvSpPr>
        <p:spPr>
          <a:xfrm>
            <a:off x="11811305" y="1523390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1" name="Shape 39"/>
          <p:cNvSpPr/>
          <p:nvPr/>
        </p:nvSpPr>
        <p:spPr>
          <a:xfrm>
            <a:off x="9070848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9375343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3" name="Shape 41"/>
          <p:cNvSpPr/>
          <p:nvPr/>
        </p:nvSpPr>
        <p:spPr>
          <a:xfrm>
            <a:off x="9679838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4" name="Shape 42"/>
          <p:cNvSpPr/>
          <p:nvPr/>
        </p:nvSpPr>
        <p:spPr>
          <a:xfrm>
            <a:off x="9984334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5" name="Shape 43"/>
          <p:cNvSpPr/>
          <p:nvPr/>
        </p:nvSpPr>
        <p:spPr>
          <a:xfrm>
            <a:off x="10288829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593324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7" name="Shape 45"/>
          <p:cNvSpPr/>
          <p:nvPr/>
        </p:nvSpPr>
        <p:spPr>
          <a:xfrm>
            <a:off x="10897819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8" name="Shape 46"/>
          <p:cNvSpPr/>
          <p:nvPr/>
        </p:nvSpPr>
        <p:spPr>
          <a:xfrm>
            <a:off x="11202314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11506810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0" name="Shape 48"/>
          <p:cNvSpPr/>
          <p:nvPr/>
        </p:nvSpPr>
        <p:spPr>
          <a:xfrm>
            <a:off x="11811305" y="182788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1" name="Shape 49"/>
          <p:cNvSpPr/>
          <p:nvPr/>
        </p:nvSpPr>
        <p:spPr>
          <a:xfrm>
            <a:off x="9070848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2" name="Shape 50"/>
          <p:cNvSpPr/>
          <p:nvPr/>
        </p:nvSpPr>
        <p:spPr>
          <a:xfrm>
            <a:off x="9375343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3" name="Shape 51"/>
          <p:cNvSpPr/>
          <p:nvPr/>
        </p:nvSpPr>
        <p:spPr>
          <a:xfrm>
            <a:off x="9679838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4" name="Shape 52"/>
          <p:cNvSpPr/>
          <p:nvPr/>
        </p:nvSpPr>
        <p:spPr>
          <a:xfrm>
            <a:off x="9984334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5" name="Shape 53"/>
          <p:cNvSpPr/>
          <p:nvPr/>
        </p:nvSpPr>
        <p:spPr>
          <a:xfrm>
            <a:off x="10288829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6" name="Shape 54"/>
          <p:cNvSpPr/>
          <p:nvPr/>
        </p:nvSpPr>
        <p:spPr>
          <a:xfrm>
            <a:off x="10593324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10897819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8" name="Shape 56"/>
          <p:cNvSpPr/>
          <p:nvPr/>
        </p:nvSpPr>
        <p:spPr>
          <a:xfrm>
            <a:off x="11202314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59" name="Shape 57"/>
          <p:cNvSpPr/>
          <p:nvPr/>
        </p:nvSpPr>
        <p:spPr>
          <a:xfrm>
            <a:off x="11506810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0" name="Shape 58"/>
          <p:cNvSpPr/>
          <p:nvPr/>
        </p:nvSpPr>
        <p:spPr>
          <a:xfrm>
            <a:off x="11811305" y="213238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1" name="Shape 59"/>
          <p:cNvSpPr/>
          <p:nvPr/>
        </p:nvSpPr>
        <p:spPr>
          <a:xfrm>
            <a:off x="9070848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2" name="Shape 60"/>
          <p:cNvSpPr/>
          <p:nvPr/>
        </p:nvSpPr>
        <p:spPr>
          <a:xfrm>
            <a:off x="9375343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3" name="Shape 61"/>
          <p:cNvSpPr/>
          <p:nvPr/>
        </p:nvSpPr>
        <p:spPr>
          <a:xfrm>
            <a:off x="9679838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9984334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5" name="Shape 63"/>
          <p:cNvSpPr/>
          <p:nvPr/>
        </p:nvSpPr>
        <p:spPr>
          <a:xfrm>
            <a:off x="10288829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6" name="Shape 64"/>
          <p:cNvSpPr/>
          <p:nvPr/>
        </p:nvSpPr>
        <p:spPr>
          <a:xfrm>
            <a:off x="10593324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7" name="Shape 65"/>
          <p:cNvSpPr/>
          <p:nvPr/>
        </p:nvSpPr>
        <p:spPr>
          <a:xfrm>
            <a:off x="10897819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8" name="Shape 66"/>
          <p:cNvSpPr/>
          <p:nvPr/>
        </p:nvSpPr>
        <p:spPr>
          <a:xfrm>
            <a:off x="11202314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69" name="Shape 67"/>
          <p:cNvSpPr/>
          <p:nvPr/>
        </p:nvSpPr>
        <p:spPr>
          <a:xfrm>
            <a:off x="11506810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0" name="Shape 68"/>
          <p:cNvSpPr/>
          <p:nvPr/>
        </p:nvSpPr>
        <p:spPr>
          <a:xfrm>
            <a:off x="11811305" y="243687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1" name="Shape 69"/>
          <p:cNvSpPr/>
          <p:nvPr/>
        </p:nvSpPr>
        <p:spPr>
          <a:xfrm>
            <a:off x="9070848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9375343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3" name="Shape 71"/>
          <p:cNvSpPr/>
          <p:nvPr/>
        </p:nvSpPr>
        <p:spPr>
          <a:xfrm>
            <a:off x="9679838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4" name="Shape 72"/>
          <p:cNvSpPr/>
          <p:nvPr/>
        </p:nvSpPr>
        <p:spPr>
          <a:xfrm>
            <a:off x="9984334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5" name="Shape 73"/>
          <p:cNvSpPr/>
          <p:nvPr/>
        </p:nvSpPr>
        <p:spPr>
          <a:xfrm>
            <a:off x="10288829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6" name="Shape 74"/>
          <p:cNvSpPr/>
          <p:nvPr/>
        </p:nvSpPr>
        <p:spPr>
          <a:xfrm>
            <a:off x="10593324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7" name="Shape 75"/>
          <p:cNvSpPr/>
          <p:nvPr/>
        </p:nvSpPr>
        <p:spPr>
          <a:xfrm>
            <a:off x="10897819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8" name="Shape 76"/>
          <p:cNvSpPr/>
          <p:nvPr/>
        </p:nvSpPr>
        <p:spPr>
          <a:xfrm>
            <a:off x="11202314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11506810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0" name="Shape 78"/>
          <p:cNvSpPr/>
          <p:nvPr/>
        </p:nvSpPr>
        <p:spPr>
          <a:xfrm>
            <a:off x="11811305" y="2741371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1" name="Shape 79"/>
          <p:cNvSpPr/>
          <p:nvPr/>
        </p:nvSpPr>
        <p:spPr>
          <a:xfrm>
            <a:off x="9070848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2" name="Shape 80"/>
          <p:cNvSpPr/>
          <p:nvPr/>
        </p:nvSpPr>
        <p:spPr>
          <a:xfrm>
            <a:off x="9375343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3" name="Shape 81"/>
          <p:cNvSpPr/>
          <p:nvPr/>
        </p:nvSpPr>
        <p:spPr>
          <a:xfrm>
            <a:off x="9679838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4" name="Shape 82"/>
          <p:cNvSpPr/>
          <p:nvPr/>
        </p:nvSpPr>
        <p:spPr>
          <a:xfrm>
            <a:off x="9984334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5" name="Shape 83"/>
          <p:cNvSpPr/>
          <p:nvPr/>
        </p:nvSpPr>
        <p:spPr>
          <a:xfrm>
            <a:off x="10288829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6" name="Shape 84"/>
          <p:cNvSpPr/>
          <p:nvPr/>
        </p:nvSpPr>
        <p:spPr>
          <a:xfrm>
            <a:off x="10593324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10897819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8" name="Shape 86"/>
          <p:cNvSpPr/>
          <p:nvPr/>
        </p:nvSpPr>
        <p:spPr>
          <a:xfrm>
            <a:off x="11202314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89" name="Shape 87"/>
          <p:cNvSpPr/>
          <p:nvPr/>
        </p:nvSpPr>
        <p:spPr>
          <a:xfrm>
            <a:off x="11506810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0" name="Shape 88"/>
          <p:cNvSpPr/>
          <p:nvPr/>
        </p:nvSpPr>
        <p:spPr>
          <a:xfrm>
            <a:off x="11811305" y="3045866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1" name="Shape 89"/>
          <p:cNvSpPr/>
          <p:nvPr/>
        </p:nvSpPr>
        <p:spPr>
          <a:xfrm>
            <a:off x="9070848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2" name="Shape 90"/>
          <p:cNvSpPr/>
          <p:nvPr/>
        </p:nvSpPr>
        <p:spPr>
          <a:xfrm>
            <a:off x="9375343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3" name="Shape 91"/>
          <p:cNvSpPr/>
          <p:nvPr/>
        </p:nvSpPr>
        <p:spPr>
          <a:xfrm>
            <a:off x="9679838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9984334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5" name="Shape 93"/>
          <p:cNvSpPr/>
          <p:nvPr/>
        </p:nvSpPr>
        <p:spPr>
          <a:xfrm>
            <a:off x="10288829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6" name="Shape 94"/>
          <p:cNvSpPr/>
          <p:nvPr/>
        </p:nvSpPr>
        <p:spPr>
          <a:xfrm>
            <a:off x="10593324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7" name="Shape 95"/>
          <p:cNvSpPr/>
          <p:nvPr/>
        </p:nvSpPr>
        <p:spPr>
          <a:xfrm>
            <a:off x="10897819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8" name="Shape 96"/>
          <p:cNvSpPr/>
          <p:nvPr/>
        </p:nvSpPr>
        <p:spPr>
          <a:xfrm>
            <a:off x="11202314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9" name="Shape 97"/>
          <p:cNvSpPr/>
          <p:nvPr/>
        </p:nvSpPr>
        <p:spPr>
          <a:xfrm>
            <a:off x="11506810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0" name="Shape 98"/>
          <p:cNvSpPr/>
          <p:nvPr/>
        </p:nvSpPr>
        <p:spPr>
          <a:xfrm>
            <a:off x="11811305" y="3350362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1" name="Shape 99"/>
          <p:cNvSpPr/>
          <p:nvPr/>
        </p:nvSpPr>
        <p:spPr>
          <a:xfrm>
            <a:off x="9070848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75343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679838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984334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288829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0593324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897819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1202314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1506810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1811305" y="3654857"/>
            <a:ext cx="140818" cy="140818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377440" y="2103120"/>
            <a:ext cx="10241280" cy="7223760"/>
          </a:xfrm>
          <a:prstGeom prst="rect">
            <a:avLst/>
          </a:prstGeom>
          <a:solidFill>
            <a:srgbClr val="FDF1EB"/>
          </a:solidFill>
          <a:ln w="9525">
            <a:solidFill>
              <a:srgbClr val="F8DCC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651760" y="8046720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Export of the motorcycles and clients_sales tables: 10 rows each</a:t>
            </a:r>
            <a:endParaRPr lang="en-US" sz="2000" dirty="0"/>
          </a:p>
        </p:txBody>
      </p:sp>
      <p:pic>
        <p:nvPicPr>
          <p:cNvPr id="118" name="Screenshot" descr="Export of the Supabase tables"/>
          <p:cNvPicPr>
            <a:picLocks noChangeAspect="1"/>
          </p:cNvPicPr>
          <p:nvPr/>
        </p:nvPicPr>
        <p:blipFill>
          <a:blip r:embed="rIdShot"/>
          <a:stretch>
            <a:fillRect/>
          </a:stretch>
        </p:blipFill>
        <p:spPr>
          <a:xfrm>
            <a:off x="2651760" y="2377440"/>
            <a:ext cx="9692640" cy="5449824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113" name="Shape 111"/>
          <p:cNvSpPr/>
          <p:nvPr/>
        </p:nvSpPr>
        <p:spPr>
          <a:xfrm flipV="1">
            <a:off x="1097280" y="8961120"/>
            <a:ext cx="3840480" cy="3291840"/>
          </a:xfrm>
          <a:prstGeom prst="round2DiagRect">
            <a:avLst>
              <a:gd name="adj" fmla="val 25688"/>
            </a:avLst>
          </a:prstGeom>
          <a:solidFill>
            <a:srgbClr val="F97C44"/>
          </a:solidFill>
          <a:ln/>
        </p:spPr>
      </p:sp>
      <p:sp>
        <p:nvSpPr>
          <p:cNvPr id="114" name="Text 112"/>
          <p:cNvSpPr/>
          <p:nvPr/>
        </p:nvSpPr>
        <p:spPr>
          <a:xfrm>
            <a:off x="1097280" y="89611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</a:t>
            </a:r>
            <a:endParaRPr lang="en-US" sz="12000" dirty="0"/>
          </a:p>
        </p:txBody>
      </p:sp>
      <p:sp>
        <p:nvSpPr>
          <p:cNvPr id="115" name="Text 113"/>
          <p:cNvSpPr/>
          <p:nvPr/>
        </p:nvSpPr>
        <p:spPr>
          <a:xfrm>
            <a:off x="13231368" y="2706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97C44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Service 4 of 4</a:t>
            </a:r>
            <a:endParaRPr lang="en-US" sz="2000" dirty="0"/>
          </a:p>
        </p:txBody>
      </p:sp>
      <p:sp>
        <p:nvSpPr>
          <p:cNvPr id="116" name="Text 114"/>
          <p:cNvSpPr/>
          <p:nvPr/>
        </p:nvSpPr>
        <p:spPr>
          <a:xfrm>
            <a:off x="13231368" y="3282696"/>
            <a:ext cx="9692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Supabase</a:t>
            </a:r>
            <a:endParaRPr lang="en-US" sz="8000" dirty="0"/>
          </a:p>
        </p:txBody>
      </p:sp>
      <p:sp>
        <p:nvSpPr>
          <p:cNvPr id="117" name="Text 115"/>
          <p:cNvSpPr/>
          <p:nvPr/>
        </p:nvSpPr>
        <p:spPr>
          <a:xfrm>
            <a:off x="13231368" y="5358384"/>
            <a:ext cx="969264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Postgres project with two tables, 10 rows each (motorcycles and clients_sales)</a:t>
            </a:r>
            <a:endParaRPr lang="en-US" sz="2800" dirty="0"/>
          </a:p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Connected with the official Supabase MCP server (read-only) using OAuth</a:t>
            </a:r>
            <a:endParaRPr lang="en-US" sz="2800" dirty="0"/>
          </a:p>
          <a:p>
            <a:pPr algn="l" indent="-411480" marL="411480">
              <a:lnSpc>
                <a:spcPct val="150000"/>
              </a:lnSpc>
              <a:spcAft>
                <a:spcPts val="1800"/>
              </a:spcAft>
              <a:buClr>
                <a:srgbClr val="F97C44"/>
              </a:buClr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Tables saved as JSON and CSV, plus a schema.json file</a:t>
            </a:r>
            <a:endParaRPr lang="en-US"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307592"/>
                </a:moveTo>
                <a:lnTo>
                  <a:pt x="435343" y="1296586"/>
                </a:lnTo>
                <a:lnTo>
                  <a:pt x="870685" y="1275795"/>
                </a:lnTo>
                <a:lnTo>
                  <a:pt x="1306028" y="1269927"/>
                </a:lnTo>
                <a:lnTo>
                  <a:pt x="1741370" y="1303693"/>
                </a:lnTo>
                <a:lnTo>
                  <a:pt x="2176713" y="1386382"/>
                </a:lnTo>
                <a:lnTo>
                  <a:pt x="2612055" y="1494204"/>
                </a:lnTo>
                <a:lnTo>
                  <a:pt x="3047398" y="1643420"/>
                </a:lnTo>
                <a:lnTo>
                  <a:pt x="3482741" y="1853246"/>
                </a:lnTo>
                <a:lnTo>
                  <a:pt x="3918083" y="2143301"/>
                </a:lnTo>
                <a:lnTo>
                  <a:pt x="4353426" y="2521972"/>
                </a:lnTo>
                <a:lnTo>
                  <a:pt x="4788768" y="2966094"/>
                </a:lnTo>
                <a:lnTo>
                  <a:pt x="5224111" y="3448556"/>
                </a:lnTo>
                <a:lnTo>
                  <a:pt x="5659453" y="3942639"/>
                </a:lnTo>
                <a:lnTo>
                  <a:pt x="6094796" y="4489633"/>
                </a:lnTo>
                <a:lnTo>
                  <a:pt x="6530139" y="5085533"/>
                </a:lnTo>
                <a:lnTo>
                  <a:pt x="6965481" y="5664108"/>
                </a:lnTo>
                <a:lnTo>
                  <a:pt x="7400824" y="6159123"/>
                </a:lnTo>
                <a:lnTo>
                  <a:pt x="7836166" y="6541936"/>
                </a:lnTo>
                <a:lnTo>
                  <a:pt x="8271509" y="6860333"/>
                </a:lnTo>
                <a:lnTo>
                  <a:pt x="8706851" y="7104523"/>
                </a:lnTo>
                <a:lnTo>
                  <a:pt x="9142194" y="7261809"/>
                </a:lnTo>
                <a:lnTo>
                  <a:pt x="9577537" y="7315646"/>
                </a:lnTo>
                <a:lnTo>
                  <a:pt x="10012879" y="7246449"/>
                </a:lnTo>
                <a:lnTo>
                  <a:pt x="10448222" y="7090172"/>
                </a:lnTo>
                <a:lnTo>
                  <a:pt x="10883564" y="6890743"/>
                </a:lnTo>
                <a:lnTo>
                  <a:pt x="11318907" y="6691050"/>
                </a:lnTo>
                <a:lnTo>
                  <a:pt x="11754250" y="6473612"/>
                </a:lnTo>
                <a:lnTo>
                  <a:pt x="12189592" y="6226493"/>
                </a:lnTo>
                <a:lnTo>
                  <a:pt x="12624935" y="5965822"/>
                </a:lnTo>
                <a:lnTo>
                  <a:pt x="13060277" y="5707730"/>
                </a:lnTo>
                <a:lnTo>
                  <a:pt x="13495620" y="5454457"/>
                </a:lnTo>
                <a:lnTo>
                  <a:pt x="13930962" y="5193979"/>
                </a:lnTo>
                <a:lnTo>
                  <a:pt x="14366305" y="4935472"/>
                </a:lnTo>
                <a:lnTo>
                  <a:pt x="14801648" y="4688545"/>
                </a:lnTo>
                <a:lnTo>
                  <a:pt x="15236990" y="4459620"/>
                </a:lnTo>
                <a:lnTo>
                  <a:pt x="15672333" y="4240085"/>
                </a:lnTo>
                <a:lnTo>
                  <a:pt x="16107675" y="4032905"/>
                </a:lnTo>
                <a:lnTo>
                  <a:pt x="16543018" y="3843227"/>
                </a:lnTo>
                <a:lnTo>
                  <a:pt x="16978360" y="3675892"/>
                </a:lnTo>
                <a:lnTo>
                  <a:pt x="17413703" y="3527638"/>
                </a:lnTo>
                <a:lnTo>
                  <a:pt x="17849046" y="3398039"/>
                </a:lnTo>
                <a:lnTo>
                  <a:pt x="18284388" y="3289840"/>
                </a:lnTo>
                <a:lnTo>
                  <a:pt x="18719731" y="3205787"/>
                </a:lnTo>
                <a:lnTo>
                  <a:pt x="19155073" y="3147081"/>
                </a:lnTo>
                <a:lnTo>
                  <a:pt x="19590416" y="3112070"/>
                </a:lnTo>
                <a:lnTo>
                  <a:pt x="20025758" y="3099717"/>
                </a:lnTo>
                <a:lnTo>
                  <a:pt x="20461101" y="3108995"/>
                </a:lnTo>
                <a:lnTo>
                  <a:pt x="20896444" y="3139511"/>
                </a:lnTo>
                <a:lnTo>
                  <a:pt x="21331786" y="3192578"/>
                </a:lnTo>
                <a:lnTo>
                  <a:pt x="21767129" y="3267080"/>
                </a:lnTo>
                <a:lnTo>
                  <a:pt x="22202471" y="3361645"/>
                </a:lnTo>
                <a:lnTo>
                  <a:pt x="22637814" y="3477491"/>
                </a:lnTo>
                <a:lnTo>
                  <a:pt x="23073156" y="3641414"/>
                </a:lnTo>
                <a:lnTo>
                  <a:pt x="23508499" y="3830108"/>
                </a:lnTo>
                <a:lnTo>
                  <a:pt x="23943842" y="4004106"/>
                </a:lnTo>
                <a:lnTo>
                  <a:pt x="24379184" y="41239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728216"/>
                </a:moveTo>
                <a:lnTo>
                  <a:pt x="435343" y="1717621"/>
                </a:lnTo>
                <a:lnTo>
                  <a:pt x="870685" y="1698650"/>
                </a:lnTo>
                <a:lnTo>
                  <a:pt x="1306028" y="1690519"/>
                </a:lnTo>
                <a:lnTo>
                  <a:pt x="1741370" y="1712447"/>
                </a:lnTo>
                <a:lnTo>
                  <a:pt x="2176713" y="1769832"/>
                </a:lnTo>
                <a:lnTo>
                  <a:pt x="2612055" y="1841753"/>
                </a:lnTo>
                <a:lnTo>
                  <a:pt x="3047398" y="1946725"/>
                </a:lnTo>
                <a:lnTo>
                  <a:pt x="3482741" y="2106026"/>
                </a:lnTo>
                <a:lnTo>
                  <a:pt x="3918083" y="2340495"/>
                </a:lnTo>
                <a:lnTo>
                  <a:pt x="4353426" y="2653573"/>
                </a:lnTo>
                <a:lnTo>
                  <a:pt x="4788768" y="3025871"/>
                </a:lnTo>
                <a:lnTo>
                  <a:pt x="5224111" y="3436456"/>
                </a:lnTo>
                <a:lnTo>
                  <a:pt x="5659453" y="3864705"/>
                </a:lnTo>
                <a:lnTo>
                  <a:pt x="6094796" y="4343543"/>
                </a:lnTo>
                <a:lnTo>
                  <a:pt x="6530139" y="4869441"/>
                </a:lnTo>
                <a:lnTo>
                  <a:pt x="6965481" y="5389548"/>
                </a:lnTo>
                <a:lnTo>
                  <a:pt x="7400824" y="5851016"/>
                </a:lnTo>
                <a:lnTo>
                  <a:pt x="7836166" y="6234161"/>
                </a:lnTo>
                <a:lnTo>
                  <a:pt x="8271509" y="6579633"/>
                </a:lnTo>
                <a:lnTo>
                  <a:pt x="8706851" y="6870900"/>
                </a:lnTo>
                <a:lnTo>
                  <a:pt x="9142194" y="7088743"/>
                </a:lnTo>
                <a:lnTo>
                  <a:pt x="9577537" y="7213544"/>
                </a:lnTo>
                <a:lnTo>
                  <a:pt x="10012879" y="7239638"/>
                </a:lnTo>
                <a:lnTo>
                  <a:pt x="10448222" y="7191023"/>
                </a:lnTo>
                <a:lnTo>
                  <a:pt x="10883564" y="7094468"/>
                </a:lnTo>
                <a:lnTo>
                  <a:pt x="11318907" y="6976013"/>
                </a:lnTo>
                <a:lnTo>
                  <a:pt x="11754250" y="6821126"/>
                </a:lnTo>
                <a:lnTo>
                  <a:pt x="12189592" y="6624828"/>
                </a:lnTo>
                <a:lnTo>
                  <a:pt x="12624935" y="6402906"/>
                </a:lnTo>
                <a:lnTo>
                  <a:pt x="13060277" y="6171147"/>
                </a:lnTo>
                <a:lnTo>
                  <a:pt x="13495620" y="5930665"/>
                </a:lnTo>
                <a:lnTo>
                  <a:pt x="13930962" y="5669280"/>
                </a:lnTo>
                <a:lnTo>
                  <a:pt x="14366305" y="5398532"/>
                </a:lnTo>
                <a:lnTo>
                  <a:pt x="14801648" y="5130433"/>
                </a:lnTo>
                <a:lnTo>
                  <a:pt x="15236990" y="4872430"/>
                </a:lnTo>
                <a:lnTo>
                  <a:pt x="15672333" y="4612028"/>
                </a:lnTo>
                <a:lnTo>
                  <a:pt x="16107675" y="4355568"/>
                </a:lnTo>
                <a:lnTo>
                  <a:pt x="16543018" y="4112660"/>
                </a:lnTo>
                <a:lnTo>
                  <a:pt x="16978360" y="3892338"/>
                </a:lnTo>
                <a:lnTo>
                  <a:pt x="17413703" y="3688498"/>
                </a:lnTo>
                <a:lnTo>
                  <a:pt x="17849046" y="3500356"/>
                </a:lnTo>
                <a:lnTo>
                  <a:pt x="18284388" y="3333059"/>
                </a:lnTo>
                <a:lnTo>
                  <a:pt x="18719731" y="3191757"/>
                </a:lnTo>
                <a:lnTo>
                  <a:pt x="19155073" y="3077278"/>
                </a:lnTo>
                <a:lnTo>
                  <a:pt x="19590416" y="2986442"/>
                </a:lnTo>
                <a:lnTo>
                  <a:pt x="20025758" y="2920254"/>
                </a:lnTo>
                <a:lnTo>
                  <a:pt x="20461101" y="2879742"/>
                </a:lnTo>
                <a:lnTo>
                  <a:pt x="20896444" y="2865858"/>
                </a:lnTo>
                <a:lnTo>
                  <a:pt x="21331786" y="2878422"/>
                </a:lnTo>
                <a:lnTo>
                  <a:pt x="21767129" y="2916426"/>
                </a:lnTo>
                <a:lnTo>
                  <a:pt x="22202471" y="2978840"/>
                </a:lnTo>
                <a:lnTo>
                  <a:pt x="22637814" y="3067222"/>
                </a:lnTo>
                <a:lnTo>
                  <a:pt x="23073156" y="3208465"/>
                </a:lnTo>
                <a:lnTo>
                  <a:pt x="23508499" y="3378958"/>
                </a:lnTo>
                <a:lnTo>
                  <a:pt x="23943842" y="3538891"/>
                </a:lnTo>
                <a:lnTo>
                  <a:pt x="24379184" y="36484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139696"/>
                </a:moveTo>
                <a:lnTo>
                  <a:pt x="435343" y="2132696"/>
                </a:lnTo>
                <a:lnTo>
                  <a:pt x="870685" y="2120161"/>
                </a:lnTo>
                <a:lnTo>
                  <a:pt x="1306028" y="2114789"/>
                </a:lnTo>
                <a:lnTo>
                  <a:pt x="1741370" y="2129277"/>
                </a:lnTo>
                <a:lnTo>
                  <a:pt x="2176713" y="2164315"/>
                </a:lnTo>
                <a:lnTo>
                  <a:pt x="2612055" y="2202272"/>
                </a:lnTo>
                <a:lnTo>
                  <a:pt x="3047398" y="2264622"/>
                </a:lnTo>
                <a:lnTo>
                  <a:pt x="3482741" y="2375387"/>
                </a:lnTo>
                <a:lnTo>
                  <a:pt x="3918083" y="2557371"/>
                </a:lnTo>
                <a:lnTo>
                  <a:pt x="4353426" y="2809624"/>
                </a:lnTo>
                <a:lnTo>
                  <a:pt x="4788768" y="3115431"/>
                </a:lnTo>
                <a:lnTo>
                  <a:pt x="5224111" y="3458663"/>
                </a:lnTo>
                <a:lnTo>
                  <a:pt x="5659453" y="3823431"/>
                </a:lnTo>
                <a:lnTo>
                  <a:pt x="6094796" y="4235387"/>
                </a:lnTo>
                <a:lnTo>
                  <a:pt x="6530139" y="4691692"/>
                </a:lnTo>
                <a:lnTo>
                  <a:pt x="6965481" y="5151164"/>
                </a:lnTo>
                <a:lnTo>
                  <a:pt x="7400824" y="5572623"/>
                </a:lnTo>
                <a:lnTo>
                  <a:pt x="7836166" y="5942571"/>
                </a:lnTo>
                <a:lnTo>
                  <a:pt x="8271509" y="6294146"/>
                </a:lnTo>
                <a:lnTo>
                  <a:pt x="8706851" y="6609404"/>
                </a:lnTo>
                <a:lnTo>
                  <a:pt x="9142194" y="6868099"/>
                </a:lnTo>
                <a:lnTo>
                  <a:pt x="9577537" y="7052147"/>
                </a:lnTo>
                <a:lnTo>
                  <a:pt x="10012879" y="7167008"/>
                </a:lnTo>
                <a:lnTo>
                  <a:pt x="10448222" y="7223467"/>
                </a:lnTo>
                <a:lnTo>
                  <a:pt x="10883564" y="7230789"/>
                </a:lnTo>
                <a:lnTo>
                  <a:pt x="11318907" y="7197875"/>
                </a:lnTo>
                <a:lnTo>
                  <a:pt x="11754250" y="7115212"/>
                </a:lnTo>
                <a:lnTo>
                  <a:pt x="12189592" y="6983730"/>
                </a:lnTo>
                <a:lnTo>
                  <a:pt x="12624935" y="6815782"/>
                </a:lnTo>
                <a:lnTo>
                  <a:pt x="13060277" y="6623724"/>
                </a:lnTo>
                <a:lnTo>
                  <a:pt x="13495620" y="6406074"/>
                </a:lnTo>
                <a:lnTo>
                  <a:pt x="13930962" y="6152392"/>
                </a:lnTo>
                <a:lnTo>
                  <a:pt x="14366305" y="5877310"/>
                </a:lnTo>
                <a:lnTo>
                  <a:pt x="14801648" y="5595927"/>
                </a:lnTo>
                <a:lnTo>
                  <a:pt x="15236990" y="5317557"/>
                </a:lnTo>
                <a:lnTo>
                  <a:pt x="15672333" y="5026341"/>
                </a:lnTo>
                <a:lnTo>
                  <a:pt x="16107675" y="4730478"/>
                </a:lnTo>
                <a:lnTo>
                  <a:pt x="16543018" y="4442324"/>
                </a:lnTo>
                <a:lnTo>
                  <a:pt x="16978360" y="4173387"/>
                </a:lnTo>
                <a:lnTo>
                  <a:pt x="17413703" y="3913819"/>
                </a:lnTo>
                <a:lnTo>
                  <a:pt x="17849046" y="3664106"/>
                </a:lnTo>
                <a:lnTo>
                  <a:pt x="18284388" y="3433858"/>
                </a:lnTo>
                <a:lnTo>
                  <a:pt x="18719731" y="3232683"/>
                </a:lnTo>
                <a:lnTo>
                  <a:pt x="19155073" y="3062064"/>
                </a:lnTo>
                <a:lnTo>
                  <a:pt x="19590416" y="2916061"/>
                </a:lnTo>
                <a:lnTo>
                  <a:pt x="20025758" y="2796686"/>
                </a:lnTo>
                <a:lnTo>
                  <a:pt x="20461101" y="2705998"/>
                </a:lnTo>
                <a:lnTo>
                  <a:pt x="20896444" y="2645415"/>
                </a:lnTo>
                <a:lnTo>
                  <a:pt x="21331786" y="2613612"/>
                </a:lnTo>
                <a:lnTo>
                  <a:pt x="21767129" y="2610390"/>
                </a:lnTo>
                <a:lnTo>
                  <a:pt x="22202471" y="2635749"/>
                </a:lnTo>
                <a:lnTo>
                  <a:pt x="22637814" y="2692180"/>
                </a:lnTo>
                <a:lnTo>
                  <a:pt x="23073156" y="2805954"/>
                </a:lnTo>
                <a:lnTo>
                  <a:pt x="23508499" y="2953369"/>
                </a:lnTo>
                <a:lnTo>
                  <a:pt x="23943842" y="3094958"/>
                </a:lnTo>
                <a:lnTo>
                  <a:pt x="24379184" y="31912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108960"/>
                </a:moveTo>
                <a:lnTo>
                  <a:pt x="435343" y="3010013"/>
                </a:lnTo>
                <a:lnTo>
                  <a:pt x="870685" y="2863681"/>
                </a:lnTo>
                <a:lnTo>
                  <a:pt x="1306028" y="2714234"/>
                </a:lnTo>
                <a:lnTo>
                  <a:pt x="1741370" y="2605942"/>
                </a:lnTo>
                <a:lnTo>
                  <a:pt x="2176713" y="2562519"/>
                </a:lnTo>
                <a:lnTo>
                  <a:pt x="2612055" y="2550695"/>
                </a:lnTo>
                <a:lnTo>
                  <a:pt x="3047398" y="2576902"/>
                </a:lnTo>
                <a:lnTo>
                  <a:pt x="3482741" y="2651094"/>
                </a:lnTo>
                <a:lnTo>
                  <a:pt x="3918083" y="2783364"/>
                </a:lnTo>
                <a:lnTo>
                  <a:pt x="4353426" y="2977635"/>
                </a:lnTo>
                <a:lnTo>
                  <a:pt x="4788768" y="3222363"/>
                </a:lnTo>
                <a:lnTo>
                  <a:pt x="5224111" y="3504163"/>
                </a:lnTo>
                <a:lnTo>
                  <a:pt x="5659453" y="3809844"/>
                </a:lnTo>
                <a:lnTo>
                  <a:pt x="6094796" y="4159520"/>
                </a:lnTo>
                <a:lnTo>
                  <a:pt x="6530139" y="4551328"/>
                </a:lnTo>
                <a:lnTo>
                  <a:pt x="6965481" y="4953009"/>
                </a:lnTo>
                <a:lnTo>
                  <a:pt x="7400824" y="5332304"/>
                </a:lnTo>
                <a:lnTo>
                  <a:pt x="7836166" y="5679213"/>
                </a:lnTo>
                <a:lnTo>
                  <a:pt x="8271509" y="6020149"/>
                </a:lnTo>
                <a:lnTo>
                  <a:pt x="8706851" y="6339483"/>
                </a:lnTo>
                <a:lnTo>
                  <a:pt x="9142194" y="6619711"/>
                </a:lnTo>
                <a:lnTo>
                  <a:pt x="9577537" y="6846999"/>
                </a:lnTo>
                <a:lnTo>
                  <a:pt x="10012879" y="7034009"/>
                </a:lnTo>
                <a:lnTo>
                  <a:pt x="10448222" y="7179986"/>
                </a:lnTo>
                <a:lnTo>
                  <a:pt x="10883564" y="7279784"/>
                </a:lnTo>
                <a:lnTo>
                  <a:pt x="11318907" y="7328243"/>
                </a:lnTo>
                <a:lnTo>
                  <a:pt x="11754250" y="7322164"/>
                </a:lnTo>
                <a:lnTo>
                  <a:pt x="12189592" y="7266051"/>
                </a:lnTo>
                <a:lnTo>
                  <a:pt x="12624935" y="7166081"/>
                </a:lnTo>
                <a:lnTo>
                  <a:pt x="13060277" y="7028432"/>
                </a:lnTo>
                <a:lnTo>
                  <a:pt x="13495620" y="6849243"/>
                </a:lnTo>
                <a:lnTo>
                  <a:pt x="13930962" y="6622095"/>
                </a:lnTo>
                <a:lnTo>
                  <a:pt x="14366305" y="6361720"/>
                </a:lnTo>
                <a:lnTo>
                  <a:pt x="14801648" y="6083218"/>
                </a:lnTo>
                <a:lnTo>
                  <a:pt x="15236990" y="5795090"/>
                </a:lnTo>
                <a:lnTo>
                  <a:pt x="15672333" y="5479040"/>
                </a:lnTo>
                <a:lnTo>
                  <a:pt x="16107675" y="5146975"/>
                </a:lnTo>
                <a:lnTo>
                  <a:pt x="16543018" y="4815711"/>
                </a:lnTo>
                <a:lnTo>
                  <a:pt x="16978360" y="4500914"/>
                </a:lnTo>
                <a:lnTo>
                  <a:pt x="17413703" y="4189205"/>
                </a:lnTo>
                <a:lnTo>
                  <a:pt x="17849046" y="3881227"/>
                </a:lnTo>
                <a:lnTo>
                  <a:pt x="18284388" y="3590020"/>
                </a:lnTo>
                <a:lnTo>
                  <a:pt x="18719731" y="3328626"/>
                </a:lnTo>
                <a:lnTo>
                  <a:pt x="19155073" y="3098255"/>
                </a:lnTo>
                <a:lnTo>
                  <a:pt x="19590416" y="2890800"/>
                </a:lnTo>
                <a:lnTo>
                  <a:pt x="20025758" y="2710651"/>
                </a:lnTo>
                <a:lnTo>
                  <a:pt x="20461101" y="2562268"/>
                </a:lnTo>
                <a:lnTo>
                  <a:pt x="20896444" y="2448406"/>
                </a:lnTo>
                <a:lnTo>
                  <a:pt x="21331786" y="2365546"/>
                </a:lnTo>
                <a:lnTo>
                  <a:pt x="21767129" y="2314469"/>
                </a:lnTo>
                <a:lnTo>
                  <a:pt x="22202471" y="2296549"/>
                </a:lnTo>
                <a:lnTo>
                  <a:pt x="22637814" y="2315506"/>
                </a:lnTo>
                <a:lnTo>
                  <a:pt x="23073156" y="2396631"/>
                </a:lnTo>
                <a:lnTo>
                  <a:pt x="23508499" y="2516236"/>
                </a:lnTo>
                <a:lnTo>
                  <a:pt x="23943842" y="2635541"/>
                </a:lnTo>
                <a:lnTo>
                  <a:pt x="24379184" y="27157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953512"/>
                </a:moveTo>
                <a:lnTo>
                  <a:pt x="435343" y="2953323"/>
                </a:lnTo>
                <a:lnTo>
                  <a:pt x="870685" y="2952984"/>
                </a:lnTo>
                <a:lnTo>
                  <a:pt x="1306028" y="2952839"/>
                </a:lnTo>
                <a:lnTo>
                  <a:pt x="1741370" y="2953230"/>
                </a:lnTo>
                <a:lnTo>
                  <a:pt x="2176713" y="2945841"/>
                </a:lnTo>
                <a:lnTo>
                  <a:pt x="2612055" y="2919170"/>
                </a:lnTo>
                <a:lnTo>
                  <a:pt x="3047398" y="2900559"/>
                </a:lnTo>
                <a:lnTo>
                  <a:pt x="3482741" y="2919522"/>
                </a:lnTo>
                <a:lnTo>
                  <a:pt x="3918083" y="3002955"/>
                </a:lnTo>
                <a:lnTo>
                  <a:pt x="4353426" y="3142236"/>
                </a:lnTo>
                <a:lnTo>
                  <a:pt x="4788768" y="3324811"/>
                </a:lnTo>
                <a:lnTo>
                  <a:pt x="5224111" y="3542444"/>
                </a:lnTo>
                <a:lnTo>
                  <a:pt x="5659453" y="3787030"/>
                </a:lnTo>
                <a:lnTo>
                  <a:pt x="6094796" y="4073081"/>
                </a:lnTo>
                <a:lnTo>
                  <a:pt x="6530139" y="4398553"/>
                </a:lnTo>
                <a:lnTo>
                  <a:pt x="6965481" y="4740111"/>
                </a:lnTo>
                <a:lnTo>
                  <a:pt x="7400824" y="5074418"/>
                </a:lnTo>
                <a:lnTo>
                  <a:pt x="7836166" y="5395810"/>
                </a:lnTo>
                <a:lnTo>
                  <a:pt x="8271509" y="5724642"/>
                </a:lnTo>
                <a:lnTo>
                  <a:pt x="8706851" y="6045290"/>
                </a:lnTo>
                <a:lnTo>
                  <a:pt x="9142194" y="6340596"/>
                </a:lnTo>
                <a:lnTo>
                  <a:pt x="9577537" y="6597805"/>
                </a:lnTo>
                <a:lnTo>
                  <a:pt x="10012879" y="6832915"/>
                </a:lnTo>
                <a:lnTo>
                  <a:pt x="10448222" y="7040640"/>
                </a:lnTo>
                <a:lnTo>
                  <a:pt x="10883564" y="7210000"/>
                </a:lnTo>
                <a:lnTo>
                  <a:pt x="11318907" y="7330306"/>
                </a:lnTo>
                <a:lnTo>
                  <a:pt x="11754250" y="7407325"/>
                </a:lnTo>
                <a:lnTo>
                  <a:pt x="12189592" y="7443216"/>
                </a:lnTo>
                <a:lnTo>
                  <a:pt x="12624935" y="7431800"/>
                </a:lnTo>
                <a:lnTo>
                  <a:pt x="13060277" y="7366901"/>
                </a:lnTo>
                <a:lnTo>
                  <a:pt x="13495620" y="7240045"/>
                </a:lnTo>
                <a:lnTo>
                  <a:pt x="13930962" y="7052903"/>
                </a:lnTo>
                <a:lnTo>
                  <a:pt x="14366305" y="6820074"/>
                </a:lnTo>
                <a:lnTo>
                  <a:pt x="14801648" y="6556315"/>
                </a:lnTo>
                <a:lnTo>
                  <a:pt x="15236990" y="6269051"/>
                </a:lnTo>
                <a:lnTo>
                  <a:pt x="15672333" y="5937758"/>
                </a:lnTo>
                <a:lnTo>
                  <a:pt x="16107675" y="5578096"/>
                </a:lnTo>
                <a:lnTo>
                  <a:pt x="16543018" y="5211341"/>
                </a:lnTo>
                <a:lnTo>
                  <a:pt x="16978360" y="4857342"/>
                </a:lnTo>
                <a:lnTo>
                  <a:pt x="17413703" y="4499648"/>
                </a:lnTo>
                <a:lnTo>
                  <a:pt x="17849046" y="4138715"/>
                </a:lnTo>
                <a:lnTo>
                  <a:pt x="18284388" y="3790331"/>
                </a:lnTo>
                <a:lnTo>
                  <a:pt x="18719731" y="3470281"/>
                </a:lnTo>
                <a:lnTo>
                  <a:pt x="19155073" y="3178501"/>
                </a:lnTo>
                <a:lnTo>
                  <a:pt x="19590416" y="2905093"/>
                </a:lnTo>
                <a:lnTo>
                  <a:pt x="20025758" y="2658531"/>
                </a:lnTo>
                <a:lnTo>
                  <a:pt x="20461101" y="2447397"/>
                </a:lnTo>
                <a:lnTo>
                  <a:pt x="20896444" y="2276963"/>
                </a:lnTo>
                <a:lnTo>
                  <a:pt x="21331786" y="2140410"/>
                </a:lnTo>
                <a:lnTo>
                  <a:pt x="21767129" y="2039338"/>
                </a:lnTo>
                <a:lnTo>
                  <a:pt x="22202471" y="1976490"/>
                </a:lnTo>
                <a:lnTo>
                  <a:pt x="22637814" y="1956839"/>
                </a:lnTo>
                <a:lnTo>
                  <a:pt x="23073156" y="2004923"/>
                </a:lnTo>
                <a:lnTo>
                  <a:pt x="23508499" y="2096863"/>
                </a:lnTo>
                <a:lnTo>
                  <a:pt x="23943842" y="2194223"/>
                </a:lnTo>
                <a:lnTo>
                  <a:pt x="24379184" y="22585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300984"/>
                </a:moveTo>
                <a:lnTo>
                  <a:pt x="435343" y="3302876"/>
                </a:lnTo>
                <a:lnTo>
                  <a:pt x="870685" y="3306264"/>
                </a:lnTo>
                <a:lnTo>
                  <a:pt x="1306028" y="3307716"/>
                </a:lnTo>
                <a:lnTo>
                  <a:pt x="1741370" y="3303800"/>
                </a:lnTo>
                <a:lnTo>
                  <a:pt x="2176713" y="3284625"/>
                </a:lnTo>
                <a:lnTo>
                  <a:pt x="2612055" y="3242121"/>
                </a:lnTo>
                <a:lnTo>
                  <a:pt x="3047398" y="3201641"/>
                </a:lnTo>
                <a:lnTo>
                  <a:pt x="3482741" y="3190296"/>
                </a:lnTo>
                <a:lnTo>
                  <a:pt x="3918083" y="3232128"/>
                </a:lnTo>
                <a:lnTo>
                  <a:pt x="4353426" y="3314787"/>
                </a:lnTo>
                <a:lnTo>
                  <a:pt x="4788768" y="3431483"/>
                </a:lnTo>
                <a:lnTo>
                  <a:pt x="5224111" y="3581529"/>
                </a:lnTo>
                <a:lnTo>
                  <a:pt x="5659453" y="3764317"/>
                </a:lnTo>
                <a:lnTo>
                  <a:pt x="6094796" y="3990999"/>
                </a:lnTo>
                <a:lnTo>
                  <a:pt x="6530139" y="4257225"/>
                </a:lnTo>
                <a:lnTo>
                  <a:pt x="6965481" y="4544808"/>
                </a:lnTo>
                <a:lnTo>
                  <a:pt x="7400824" y="4835559"/>
                </a:lnTo>
                <a:lnTo>
                  <a:pt x="7836166" y="5125066"/>
                </a:lnTo>
                <a:lnTo>
                  <a:pt x="8271509" y="5429197"/>
                </a:lnTo>
                <a:lnTo>
                  <a:pt x="8706851" y="5735766"/>
                </a:lnTo>
                <a:lnTo>
                  <a:pt x="9142194" y="6031388"/>
                </a:lnTo>
                <a:lnTo>
                  <a:pt x="9577537" y="6307101"/>
                </a:lnTo>
                <a:lnTo>
                  <a:pt x="10012879" y="6579742"/>
                </a:lnTo>
                <a:lnTo>
                  <a:pt x="10448222" y="6839659"/>
                </a:lnTo>
                <a:lnTo>
                  <a:pt x="10883564" y="7071065"/>
                </a:lnTo>
                <a:lnTo>
                  <a:pt x="11318907" y="7258756"/>
                </a:lnTo>
                <a:lnTo>
                  <a:pt x="11754250" y="7417301"/>
                </a:lnTo>
                <a:lnTo>
                  <a:pt x="12189592" y="7546086"/>
                </a:lnTo>
                <a:lnTo>
                  <a:pt x="12624935" y="7626579"/>
                </a:lnTo>
                <a:lnTo>
                  <a:pt x="13060277" y="7640249"/>
                </a:lnTo>
                <a:lnTo>
                  <a:pt x="13495620" y="7574574"/>
                </a:lnTo>
                <a:lnTo>
                  <a:pt x="13930962" y="7439537"/>
                </a:lnTo>
                <a:lnTo>
                  <a:pt x="14366305" y="7248254"/>
                </a:lnTo>
                <a:lnTo>
                  <a:pt x="14801648" y="7013765"/>
                </a:lnTo>
                <a:lnTo>
                  <a:pt x="15236990" y="6741932"/>
                </a:lnTo>
                <a:lnTo>
                  <a:pt x="15672333" y="6412517"/>
                </a:lnTo>
                <a:lnTo>
                  <a:pt x="16107675" y="6042553"/>
                </a:lnTo>
                <a:lnTo>
                  <a:pt x="16543018" y="5654691"/>
                </a:lnTo>
                <a:lnTo>
                  <a:pt x="16978360" y="5269899"/>
                </a:lnTo>
                <a:lnTo>
                  <a:pt x="17413703" y="4867674"/>
                </a:lnTo>
                <a:lnTo>
                  <a:pt x="17849046" y="4450736"/>
                </a:lnTo>
                <a:lnTo>
                  <a:pt x="18284388" y="4040362"/>
                </a:lnTo>
                <a:lnTo>
                  <a:pt x="18719731" y="3657830"/>
                </a:lnTo>
                <a:lnTo>
                  <a:pt x="19155073" y="3302344"/>
                </a:lnTo>
                <a:lnTo>
                  <a:pt x="19590416" y="2960518"/>
                </a:lnTo>
                <a:lnTo>
                  <a:pt x="20025758" y="2645250"/>
                </a:lnTo>
                <a:lnTo>
                  <a:pt x="20461101" y="2369579"/>
                </a:lnTo>
                <a:lnTo>
                  <a:pt x="20896444" y="2141935"/>
                </a:lnTo>
                <a:lnTo>
                  <a:pt x="21331786" y="1952789"/>
                </a:lnTo>
                <a:lnTo>
                  <a:pt x="21767129" y="1803002"/>
                </a:lnTo>
                <a:lnTo>
                  <a:pt x="22202471" y="1694978"/>
                </a:lnTo>
                <a:lnTo>
                  <a:pt x="22637814" y="1633175"/>
                </a:lnTo>
                <a:lnTo>
                  <a:pt x="23073156" y="1640206"/>
                </a:lnTo>
                <a:lnTo>
                  <a:pt x="23508499" y="1694147"/>
                </a:lnTo>
                <a:lnTo>
                  <a:pt x="23943842" y="1759650"/>
                </a:lnTo>
                <a:lnTo>
                  <a:pt x="24379184" y="18013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630168"/>
                </a:moveTo>
                <a:lnTo>
                  <a:pt x="435343" y="3633573"/>
                </a:lnTo>
                <a:lnTo>
                  <a:pt x="870685" y="3639671"/>
                </a:lnTo>
                <a:lnTo>
                  <a:pt x="1306028" y="3642285"/>
                </a:lnTo>
                <a:lnTo>
                  <a:pt x="1741370" y="3635237"/>
                </a:lnTo>
                <a:lnTo>
                  <a:pt x="2176713" y="3608176"/>
                </a:lnTo>
                <a:lnTo>
                  <a:pt x="2612055" y="3556432"/>
                </a:lnTo>
                <a:lnTo>
                  <a:pt x="3047398" y="3501714"/>
                </a:lnTo>
                <a:lnTo>
                  <a:pt x="3482741" y="3467016"/>
                </a:lnTo>
                <a:lnTo>
                  <a:pt x="3918083" y="3472005"/>
                </a:lnTo>
                <a:lnTo>
                  <a:pt x="4353426" y="3501416"/>
                </a:lnTo>
                <a:lnTo>
                  <a:pt x="4788768" y="3554620"/>
                </a:lnTo>
                <a:lnTo>
                  <a:pt x="5224111" y="3638482"/>
                </a:lnTo>
                <a:lnTo>
                  <a:pt x="5659453" y="3759889"/>
                </a:lnTo>
                <a:lnTo>
                  <a:pt x="6094796" y="3926419"/>
                </a:lnTo>
                <a:lnTo>
                  <a:pt x="6530139" y="4131509"/>
                </a:lnTo>
                <a:lnTo>
                  <a:pt x="6965481" y="4362461"/>
                </a:lnTo>
                <a:lnTo>
                  <a:pt x="7400824" y="4606577"/>
                </a:lnTo>
                <a:lnTo>
                  <a:pt x="7836166" y="4861588"/>
                </a:lnTo>
                <a:lnTo>
                  <a:pt x="8271509" y="5139218"/>
                </a:lnTo>
                <a:lnTo>
                  <a:pt x="8706851" y="5428727"/>
                </a:lnTo>
                <a:lnTo>
                  <a:pt x="9142194" y="5718447"/>
                </a:lnTo>
                <a:lnTo>
                  <a:pt x="9577537" y="6000607"/>
                </a:lnTo>
                <a:lnTo>
                  <a:pt x="10012879" y="6290071"/>
                </a:lnTo>
                <a:lnTo>
                  <a:pt x="10448222" y="6578188"/>
                </a:lnTo>
                <a:lnTo>
                  <a:pt x="10883564" y="6850889"/>
                </a:lnTo>
                <a:lnTo>
                  <a:pt x="11318907" y="7094907"/>
                </a:lnTo>
                <a:lnTo>
                  <a:pt x="11754250" y="7334587"/>
                </a:lnTo>
                <a:lnTo>
                  <a:pt x="12189592" y="7562659"/>
                </a:lnTo>
                <a:lnTo>
                  <a:pt x="12624935" y="7745151"/>
                </a:lnTo>
                <a:lnTo>
                  <a:pt x="13060277" y="7848086"/>
                </a:lnTo>
                <a:lnTo>
                  <a:pt x="13495620" y="7854274"/>
                </a:lnTo>
                <a:lnTo>
                  <a:pt x="13930962" y="7784237"/>
                </a:lnTo>
                <a:lnTo>
                  <a:pt x="14366305" y="7648309"/>
                </a:lnTo>
                <a:lnTo>
                  <a:pt x="14801648" y="7456442"/>
                </a:lnTo>
                <a:lnTo>
                  <a:pt x="15236990" y="7211946"/>
                </a:lnTo>
                <a:lnTo>
                  <a:pt x="15672333" y="6895884"/>
                </a:lnTo>
                <a:lnTo>
                  <a:pt x="16107675" y="6526567"/>
                </a:lnTo>
                <a:lnTo>
                  <a:pt x="16543018" y="6127675"/>
                </a:lnTo>
                <a:lnTo>
                  <a:pt x="16978360" y="5720990"/>
                </a:lnTo>
                <a:lnTo>
                  <a:pt x="17413703" y="5282513"/>
                </a:lnTo>
                <a:lnTo>
                  <a:pt x="17849046" y="4817003"/>
                </a:lnTo>
                <a:lnTo>
                  <a:pt x="18284388" y="4350544"/>
                </a:lnTo>
                <a:lnTo>
                  <a:pt x="18719731" y="3909215"/>
                </a:lnTo>
                <a:lnTo>
                  <a:pt x="19155073" y="3491478"/>
                </a:lnTo>
                <a:lnTo>
                  <a:pt x="19590416" y="3080894"/>
                </a:lnTo>
                <a:lnTo>
                  <a:pt x="20025758" y="2694437"/>
                </a:lnTo>
                <a:lnTo>
                  <a:pt x="20461101" y="2349268"/>
                </a:lnTo>
                <a:lnTo>
                  <a:pt x="20896444" y="2055854"/>
                </a:lnTo>
                <a:lnTo>
                  <a:pt x="21331786" y="1800395"/>
                </a:lnTo>
                <a:lnTo>
                  <a:pt x="21767129" y="1586390"/>
                </a:lnTo>
                <a:lnTo>
                  <a:pt x="22202471" y="1419674"/>
                </a:lnTo>
                <a:lnTo>
                  <a:pt x="22637814" y="1307822"/>
                </a:lnTo>
                <a:lnTo>
                  <a:pt x="23073156" y="1271450"/>
                </a:lnTo>
                <a:lnTo>
                  <a:pt x="23508499" y="1288263"/>
                </a:lnTo>
                <a:lnTo>
                  <a:pt x="23943842" y="1323941"/>
                </a:lnTo>
                <a:lnTo>
                  <a:pt x="24379184" y="13441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13048"/>
                </a:moveTo>
                <a:lnTo>
                  <a:pt x="435343" y="3814940"/>
                </a:lnTo>
                <a:lnTo>
                  <a:pt x="870685" y="3818328"/>
                </a:lnTo>
                <a:lnTo>
                  <a:pt x="1306028" y="3819780"/>
                </a:lnTo>
                <a:lnTo>
                  <a:pt x="1741370" y="3815864"/>
                </a:lnTo>
                <a:lnTo>
                  <a:pt x="2176713" y="3802240"/>
                </a:lnTo>
                <a:lnTo>
                  <a:pt x="2612055" y="3778177"/>
                </a:lnTo>
                <a:lnTo>
                  <a:pt x="3047398" y="3751210"/>
                </a:lnTo>
                <a:lnTo>
                  <a:pt x="3482741" y="3729232"/>
                </a:lnTo>
                <a:lnTo>
                  <a:pt x="3918083" y="3717266"/>
                </a:lnTo>
                <a:lnTo>
                  <a:pt x="4353426" y="3698550"/>
                </a:lnTo>
                <a:lnTo>
                  <a:pt x="4788768" y="3685202"/>
                </a:lnTo>
                <a:lnTo>
                  <a:pt x="5224111" y="3697470"/>
                </a:lnTo>
                <a:lnTo>
                  <a:pt x="5659453" y="3755549"/>
                </a:lnTo>
                <a:lnTo>
                  <a:pt x="6094796" y="3864126"/>
                </a:lnTo>
                <a:lnTo>
                  <a:pt x="6530139" y="4011262"/>
                </a:lnTo>
                <a:lnTo>
                  <a:pt x="6965481" y="4188379"/>
                </a:lnTo>
                <a:lnTo>
                  <a:pt x="7400824" y="4386895"/>
                </a:lnTo>
                <a:lnTo>
                  <a:pt x="7836166" y="4605882"/>
                </a:lnTo>
                <a:lnTo>
                  <a:pt x="8271509" y="4853737"/>
                </a:lnTo>
                <a:lnTo>
                  <a:pt x="8706851" y="5121550"/>
                </a:lnTo>
                <a:lnTo>
                  <a:pt x="9142194" y="5399711"/>
                </a:lnTo>
                <a:lnTo>
                  <a:pt x="9577537" y="5681925"/>
                </a:lnTo>
                <a:lnTo>
                  <a:pt x="10012879" y="5980896"/>
                </a:lnTo>
                <a:lnTo>
                  <a:pt x="10448222" y="6288913"/>
                </a:lnTo>
                <a:lnTo>
                  <a:pt x="10883564" y="6593621"/>
                </a:lnTo>
                <a:lnTo>
                  <a:pt x="11318907" y="6883598"/>
                </a:lnTo>
                <a:lnTo>
                  <a:pt x="11754250" y="7189167"/>
                </a:lnTo>
                <a:lnTo>
                  <a:pt x="12189592" y="7498652"/>
                </a:lnTo>
                <a:lnTo>
                  <a:pt x="12624935" y="7768468"/>
                </a:lnTo>
                <a:lnTo>
                  <a:pt x="13060277" y="7955032"/>
                </a:lnTo>
                <a:lnTo>
                  <a:pt x="13495620" y="8041281"/>
                </a:lnTo>
                <a:lnTo>
                  <a:pt x="13930962" y="8055464"/>
                </a:lnTo>
                <a:lnTo>
                  <a:pt x="14366305" y="7998969"/>
                </a:lnTo>
                <a:lnTo>
                  <a:pt x="14801648" y="7872483"/>
                </a:lnTo>
                <a:lnTo>
                  <a:pt x="15236990" y="7672030"/>
                </a:lnTo>
                <a:lnTo>
                  <a:pt x="15672333" y="7383707"/>
                </a:lnTo>
                <a:lnTo>
                  <a:pt x="16107675" y="7027944"/>
                </a:lnTo>
                <a:lnTo>
                  <a:pt x="16543018" y="6629450"/>
                </a:lnTo>
                <a:lnTo>
                  <a:pt x="16978360" y="6210847"/>
                </a:lnTo>
                <a:lnTo>
                  <a:pt x="17413703" y="5745098"/>
                </a:lnTo>
                <a:lnTo>
                  <a:pt x="17849046" y="5238660"/>
                </a:lnTo>
                <a:lnTo>
                  <a:pt x="18284388" y="4721733"/>
                </a:lnTo>
                <a:lnTo>
                  <a:pt x="18719731" y="4224517"/>
                </a:lnTo>
                <a:lnTo>
                  <a:pt x="19155073" y="3743727"/>
                </a:lnTo>
                <a:lnTo>
                  <a:pt x="19590416" y="3260240"/>
                </a:lnTo>
                <a:lnTo>
                  <a:pt x="20025758" y="2796825"/>
                </a:lnTo>
                <a:lnTo>
                  <a:pt x="20461101" y="2376476"/>
                </a:lnTo>
                <a:lnTo>
                  <a:pt x="20896444" y="2012880"/>
                </a:lnTo>
                <a:lnTo>
                  <a:pt x="21331786" y="1686863"/>
                </a:lnTo>
                <a:lnTo>
                  <a:pt x="21767129" y="1404394"/>
                </a:lnTo>
                <a:lnTo>
                  <a:pt x="22202471" y="1174741"/>
                </a:lnTo>
                <a:lnTo>
                  <a:pt x="22637814" y="1008551"/>
                </a:lnTo>
                <a:lnTo>
                  <a:pt x="23073156" y="923988"/>
                </a:lnTo>
                <a:lnTo>
                  <a:pt x="23508499" y="898795"/>
                </a:lnTo>
                <a:lnTo>
                  <a:pt x="23943842" y="900371"/>
                </a:lnTo>
                <a:lnTo>
                  <a:pt x="24379184" y="896112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40480"/>
                </a:moveTo>
                <a:lnTo>
                  <a:pt x="435343" y="3840480"/>
                </a:lnTo>
                <a:lnTo>
                  <a:pt x="870685" y="3840480"/>
                </a:lnTo>
                <a:lnTo>
                  <a:pt x="1306028" y="3840480"/>
                </a:lnTo>
                <a:lnTo>
                  <a:pt x="1741370" y="3840480"/>
                </a:lnTo>
                <a:lnTo>
                  <a:pt x="2176713" y="3840480"/>
                </a:lnTo>
                <a:lnTo>
                  <a:pt x="2612055" y="3840480"/>
                </a:lnTo>
                <a:lnTo>
                  <a:pt x="3047398" y="3840480"/>
                </a:lnTo>
                <a:lnTo>
                  <a:pt x="3482741" y="3840480"/>
                </a:lnTo>
                <a:lnTo>
                  <a:pt x="3918083" y="3839750"/>
                </a:lnTo>
                <a:lnTo>
                  <a:pt x="4353426" y="3833428"/>
                </a:lnTo>
                <a:lnTo>
                  <a:pt x="4788768" y="3826720"/>
                </a:lnTo>
                <a:lnTo>
                  <a:pt x="5224111" y="3827174"/>
                </a:lnTo>
                <a:lnTo>
                  <a:pt x="5659453" y="3842235"/>
                </a:lnTo>
                <a:lnTo>
                  <a:pt x="6094796" y="3860983"/>
                </a:lnTo>
                <a:lnTo>
                  <a:pt x="6530139" y="3884288"/>
                </a:lnTo>
                <a:lnTo>
                  <a:pt x="6965481" y="3929654"/>
                </a:lnTo>
                <a:lnTo>
                  <a:pt x="7400824" y="4014583"/>
                </a:lnTo>
                <a:lnTo>
                  <a:pt x="7836166" y="4150208"/>
                </a:lnTo>
                <a:lnTo>
                  <a:pt x="8271509" y="4326739"/>
                </a:lnTo>
                <a:lnTo>
                  <a:pt x="8706851" y="4536954"/>
                </a:lnTo>
                <a:lnTo>
                  <a:pt x="9142194" y="4773990"/>
                </a:lnTo>
                <a:lnTo>
                  <a:pt x="9577537" y="5032942"/>
                </a:lnTo>
                <a:lnTo>
                  <a:pt x="10012879" y="5321079"/>
                </a:lnTo>
                <a:lnTo>
                  <a:pt x="10448222" y="5635183"/>
                </a:lnTo>
                <a:lnTo>
                  <a:pt x="10883564" y="5969421"/>
                </a:lnTo>
                <a:lnTo>
                  <a:pt x="11318907" y="6318944"/>
                </a:lnTo>
                <a:lnTo>
                  <a:pt x="11754250" y="6719736"/>
                </a:lnTo>
                <a:lnTo>
                  <a:pt x="12189592" y="7153466"/>
                </a:lnTo>
                <a:lnTo>
                  <a:pt x="12624935" y="7566252"/>
                </a:lnTo>
                <a:lnTo>
                  <a:pt x="13060277" y="7904216"/>
                </a:lnTo>
                <a:lnTo>
                  <a:pt x="13495620" y="8155970"/>
                </a:lnTo>
                <a:lnTo>
                  <a:pt x="13930962" y="8360175"/>
                </a:lnTo>
                <a:lnTo>
                  <a:pt x="14366305" y="8495462"/>
                </a:lnTo>
                <a:lnTo>
                  <a:pt x="14801648" y="8539182"/>
                </a:lnTo>
                <a:lnTo>
                  <a:pt x="15236990" y="8470737"/>
                </a:lnTo>
                <a:lnTo>
                  <a:pt x="15672333" y="8294058"/>
                </a:lnTo>
                <a:lnTo>
                  <a:pt x="16107675" y="8027060"/>
                </a:lnTo>
                <a:lnTo>
                  <a:pt x="16543018" y="7687590"/>
                </a:lnTo>
                <a:lnTo>
                  <a:pt x="16978360" y="7291419"/>
                </a:lnTo>
                <a:lnTo>
                  <a:pt x="17413703" y="6808601"/>
                </a:lnTo>
                <a:lnTo>
                  <a:pt x="17849046" y="6251585"/>
                </a:lnTo>
                <a:lnTo>
                  <a:pt x="18284388" y="5657779"/>
                </a:lnTo>
                <a:lnTo>
                  <a:pt x="18719731" y="5064588"/>
                </a:lnTo>
                <a:lnTo>
                  <a:pt x="19155073" y="4463488"/>
                </a:lnTo>
                <a:lnTo>
                  <a:pt x="19590416" y="3830537"/>
                </a:lnTo>
                <a:lnTo>
                  <a:pt x="20025758" y="3203165"/>
                </a:lnTo>
                <a:lnTo>
                  <a:pt x="20461101" y="2619121"/>
                </a:lnTo>
                <a:lnTo>
                  <a:pt x="20896444" y="2100028"/>
                </a:lnTo>
                <a:lnTo>
                  <a:pt x="21331786" y="1612675"/>
                </a:lnTo>
                <a:lnTo>
                  <a:pt x="21767129" y="1170103"/>
                </a:lnTo>
                <a:lnTo>
                  <a:pt x="22202471" y="791186"/>
                </a:lnTo>
                <a:lnTo>
                  <a:pt x="22637814" y="495094"/>
                </a:lnTo>
                <a:lnTo>
                  <a:pt x="23073156" y="292207"/>
                </a:lnTo>
                <a:lnTo>
                  <a:pt x="23508499" y="161202"/>
                </a:lnTo>
                <a:lnTo>
                  <a:pt x="23943842" y="75657"/>
                </a:lnTo>
                <a:lnTo>
                  <a:pt x="24379184" y="91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42032" y="4999891"/>
            <a:ext cx="8503920" cy="5040220"/>
          </a:xfrm>
          <a:prstGeom prst="rect">
            <a:avLst/>
          </a:prstGeom>
          <a:solidFill>
            <a:srgbClr val="2B2D2F"/>
          </a:solidFill>
          <a:ln/>
        </p:spPr>
      </p:sp>
      <p:sp>
        <p:nvSpPr>
          <p:cNvPr id="12" name="Shape 10"/>
          <p:cNvSpPr/>
          <p:nvPr/>
        </p:nvSpPr>
        <p:spPr>
          <a:xfrm>
            <a:off x="2670048" y="5246779"/>
            <a:ext cx="8138160" cy="4592164"/>
          </a:xfrm>
          <a:prstGeom prst="rect">
            <a:avLst/>
          </a:prstGeom>
          <a:solidFill>
            <a:srgbClr val="FDF1EB"/>
          </a:solidFill>
          <a:ln w="9525">
            <a:solidFill>
              <a:srgbClr val="F8DCCB"/>
            </a:solidFill>
            <a:prstDash val="solid"/>
          </a:ln>
        </p:spPr>
      </p:sp>
      <p:pic>
        <p:nvPicPr>
          <p:cNvPr id="27" name="Screenshot" descr="Dashboard search for financing with 14 results"/>
          <p:cNvPicPr>
            <a:picLocks noChangeAspect="1"/>
          </p:cNvPicPr>
          <p:nvPr/>
        </p:nvPicPr>
        <p:blipFill>
          <a:blip r:embed="rIdShot"/>
          <a:srcRect l="0" r="11200"/>
          <a:stretch>
            <a:fillRect/>
          </a:stretch>
        </p:blipFill>
        <p:spPr>
          <a:xfrm>
            <a:off x="2670048" y="5246779"/>
            <a:ext cx="8138160" cy="4592164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13" name="Text 11"/>
          <p:cNvSpPr/>
          <p:nvPr/>
        </p:nvSpPr>
        <p:spPr>
          <a:xfrm>
            <a:off x="1490472" y="10744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Screenshot: search for "financing" in the test data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490472" y="10040112"/>
            <a:ext cx="10515600" cy="420624"/>
          </a:xfrm>
          <a:prstGeom prst="roundRect">
            <a:avLst>
              <a:gd name="adj" fmla="val 21739"/>
            </a:avLst>
          </a:prstGeom>
          <a:solidFill>
            <a:srgbClr val="B9BDC1"/>
          </a:solidFill>
          <a:ln/>
        </p:spPr>
      </p:sp>
      <p:sp>
        <p:nvSpPr>
          <p:cNvPr id="15" name="Shape 13"/>
          <p:cNvSpPr/>
          <p:nvPr/>
        </p:nvSpPr>
        <p:spPr>
          <a:xfrm>
            <a:off x="6153912" y="10030968"/>
            <a:ext cx="1207008" cy="155448"/>
          </a:xfrm>
          <a:prstGeom prst="rect">
            <a:avLst/>
          </a:prstGeom>
          <a:solidFill>
            <a:srgbClr val="191B1C"/>
          </a:solidFill>
          <a:ln/>
        </p:spPr>
      </p:sp>
      <p:sp>
        <p:nvSpPr>
          <p:cNvPr id="16" name="Text 14"/>
          <p:cNvSpPr/>
          <p:nvPr/>
        </p:nvSpPr>
        <p:spPr>
          <a:xfrm>
            <a:off x="13798296" y="2011680"/>
            <a:ext cx="4727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97C44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Local dashboard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98296" y="2560320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dashboard: one search, four services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13798296" y="5120640"/>
            <a:ext cx="9875520" cy="694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411480" marL="411480">
              <a:lnSpc>
                <a:spcPct val="150000"/>
              </a:lnSpc>
              <a:spcAft>
                <a:spcPts val="1400"/>
              </a:spcAft>
              <a:buClr>
                <a:srgbClr val="F97C44"/>
              </a:buClr>
              <a:buChar char="•"/>
            </a:pPr>
            <a:r>
              <a:rPr lang="en-US" sz="26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One search box over all dataExports folders</a:t>
            </a:r>
            <a:endParaRPr lang="en-US" sz="2600" dirty="0"/>
          </a:p>
          <a:p>
            <a:pPr algn="l" indent="-411480" marL="411480">
              <a:lnSpc>
                <a:spcPct val="150000"/>
              </a:lnSpc>
              <a:spcAft>
                <a:spcPts val="1400"/>
              </a:spcAft>
              <a:buClr>
                <a:srgbClr val="F97C44"/>
              </a:buClr>
              <a:buChar char="•"/>
            </a:pPr>
            <a:r>
              <a:rPr lang="en-US" sz="26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Each result shows its service with a colored badge</a:t>
            </a:r>
            <a:endParaRPr lang="en-US" sz="2600" dirty="0"/>
          </a:p>
          <a:p>
            <a:pPr algn="l" indent="-411480" marL="411480">
              <a:lnSpc>
                <a:spcPct val="150000"/>
              </a:lnSpc>
              <a:spcAft>
                <a:spcPts val="1400"/>
              </a:spcAft>
              <a:buClr>
                <a:srgbClr val="F97C44"/>
              </a:buClr>
              <a:buChar char="•"/>
            </a:pPr>
            <a:r>
              <a:rPr lang="en-US" sz="26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Example: searching "financing" returns results from Gmail, GitHub, Notion and Supabase</a:t>
            </a:r>
            <a:endParaRPr lang="en-US" sz="2600" dirty="0"/>
          </a:p>
          <a:p>
            <a:pPr algn="l" indent="-411480" marL="411480">
              <a:lnSpc>
                <a:spcPct val="150000"/>
              </a:lnSpc>
              <a:spcAft>
                <a:spcPts val="1400"/>
              </a:spcAft>
              <a:buClr>
                <a:srgbClr val="F97C44"/>
              </a:buClr>
              <a:buChar char="•"/>
            </a:pPr>
            <a:r>
              <a:rPr lang="en-US" sz="26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Runs locally: python3 dashboard/server.py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8586216" y="2788920"/>
            <a:ext cx="3785616" cy="3319272"/>
          </a:xfrm>
          <a:prstGeom prst="roundRect">
            <a:avLst>
              <a:gd name="adj" fmla="val 55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50900" dist="38100" dir="270000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86216" y="3108960"/>
            <a:ext cx="3785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F7F7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Search "financing"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86216" y="3611880"/>
            <a:ext cx="37856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32878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14</a:t>
            </a:r>
            <a:endParaRPr lang="en-US" sz="8000" dirty="0"/>
          </a:p>
        </p:txBody>
      </p:sp>
      <p:sp>
        <p:nvSpPr>
          <p:cNvPr id="26" name="Text 24"/>
          <p:cNvSpPr/>
          <p:nvPr/>
        </p:nvSpPr>
        <p:spPr>
          <a:xfrm>
            <a:off x="8586216" y="5029200"/>
            <a:ext cx="3785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F7F7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results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307592"/>
                </a:moveTo>
                <a:lnTo>
                  <a:pt x="435343" y="1296586"/>
                </a:lnTo>
                <a:lnTo>
                  <a:pt x="870685" y="1275795"/>
                </a:lnTo>
                <a:lnTo>
                  <a:pt x="1306028" y="1269927"/>
                </a:lnTo>
                <a:lnTo>
                  <a:pt x="1741370" y="1303693"/>
                </a:lnTo>
                <a:lnTo>
                  <a:pt x="2176713" y="1386382"/>
                </a:lnTo>
                <a:lnTo>
                  <a:pt x="2612055" y="1494204"/>
                </a:lnTo>
                <a:lnTo>
                  <a:pt x="3047398" y="1643420"/>
                </a:lnTo>
                <a:lnTo>
                  <a:pt x="3482741" y="1853246"/>
                </a:lnTo>
                <a:lnTo>
                  <a:pt x="3918083" y="2143301"/>
                </a:lnTo>
                <a:lnTo>
                  <a:pt x="4353426" y="2521972"/>
                </a:lnTo>
                <a:lnTo>
                  <a:pt x="4788768" y="2966094"/>
                </a:lnTo>
                <a:lnTo>
                  <a:pt x="5224111" y="3448556"/>
                </a:lnTo>
                <a:lnTo>
                  <a:pt x="5659453" y="3942639"/>
                </a:lnTo>
                <a:lnTo>
                  <a:pt x="6094796" y="4489633"/>
                </a:lnTo>
                <a:lnTo>
                  <a:pt x="6530139" y="5085533"/>
                </a:lnTo>
                <a:lnTo>
                  <a:pt x="6965481" y="5664108"/>
                </a:lnTo>
                <a:lnTo>
                  <a:pt x="7400824" y="6159123"/>
                </a:lnTo>
                <a:lnTo>
                  <a:pt x="7836166" y="6541936"/>
                </a:lnTo>
                <a:lnTo>
                  <a:pt x="8271509" y="6860333"/>
                </a:lnTo>
                <a:lnTo>
                  <a:pt x="8706851" y="7104523"/>
                </a:lnTo>
                <a:lnTo>
                  <a:pt x="9142194" y="7261809"/>
                </a:lnTo>
                <a:lnTo>
                  <a:pt x="9577537" y="7315646"/>
                </a:lnTo>
                <a:lnTo>
                  <a:pt x="10012879" y="7246449"/>
                </a:lnTo>
                <a:lnTo>
                  <a:pt x="10448222" y="7090172"/>
                </a:lnTo>
                <a:lnTo>
                  <a:pt x="10883564" y="6890743"/>
                </a:lnTo>
                <a:lnTo>
                  <a:pt x="11318907" y="6691050"/>
                </a:lnTo>
                <a:lnTo>
                  <a:pt x="11754250" y="6473612"/>
                </a:lnTo>
                <a:lnTo>
                  <a:pt x="12189592" y="6226493"/>
                </a:lnTo>
                <a:lnTo>
                  <a:pt x="12624935" y="5965822"/>
                </a:lnTo>
                <a:lnTo>
                  <a:pt x="13060277" y="5707730"/>
                </a:lnTo>
                <a:lnTo>
                  <a:pt x="13495620" y="5454457"/>
                </a:lnTo>
                <a:lnTo>
                  <a:pt x="13930962" y="5193979"/>
                </a:lnTo>
                <a:lnTo>
                  <a:pt x="14366305" y="4935472"/>
                </a:lnTo>
                <a:lnTo>
                  <a:pt x="14801648" y="4688545"/>
                </a:lnTo>
                <a:lnTo>
                  <a:pt x="15236990" y="4459620"/>
                </a:lnTo>
                <a:lnTo>
                  <a:pt x="15672333" y="4240085"/>
                </a:lnTo>
                <a:lnTo>
                  <a:pt x="16107675" y="4032905"/>
                </a:lnTo>
                <a:lnTo>
                  <a:pt x="16543018" y="3843227"/>
                </a:lnTo>
                <a:lnTo>
                  <a:pt x="16978360" y="3675892"/>
                </a:lnTo>
                <a:lnTo>
                  <a:pt x="17413703" y="3527638"/>
                </a:lnTo>
                <a:lnTo>
                  <a:pt x="17849046" y="3398039"/>
                </a:lnTo>
                <a:lnTo>
                  <a:pt x="18284388" y="3289840"/>
                </a:lnTo>
                <a:lnTo>
                  <a:pt x="18719731" y="3205787"/>
                </a:lnTo>
                <a:lnTo>
                  <a:pt x="19155073" y="3147081"/>
                </a:lnTo>
                <a:lnTo>
                  <a:pt x="19590416" y="3112070"/>
                </a:lnTo>
                <a:lnTo>
                  <a:pt x="20025758" y="3099717"/>
                </a:lnTo>
                <a:lnTo>
                  <a:pt x="20461101" y="3108995"/>
                </a:lnTo>
                <a:lnTo>
                  <a:pt x="20896444" y="3139511"/>
                </a:lnTo>
                <a:lnTo>
                  <a:pt x="21331786" y="3192578"/>
                </a:lnTo>
                <a:lnTo>
                  <a:pt x="21767129" y="3267080"/>
                </a:lnTo>
                <a:lnTo>
                  <a:pt x="22202471" y="3361645"/>
                </a:lnTo>
                <a:lnTo>
                  <a:pt x="22637814" y="3477491"/>
                </a:lnTo>
                <a:lnTo>
                  <a:pt x="23073156" y="3641414"/>
                </a:lnTo>
                <a:lnTo>
                  <a:pt x="23508499" y="3830108"/>
                </a:lnTo>
                <a:lnTo>
                  <a:pt x="23943842" y="4004106"/>
                </a:lnTo>
                <a:lnTo>
                  <a:pt x="24379184" y="41239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1728216"/>
                </a:moveTo>
                <a:lnTo>
                  <a:pt x="435343" y="1717621"/>
                </a:lnTo>
                <a:lnTo>
                  <a:pt x="870685" y="1698650"/>
                </a:lnTo>
                <a:lnTo>
                  <a:pt x="1306028" y="1690519"/>
                </a:lnTo>
                <a:lnTo>
                  <a:pt x="1741370" y="1712447"/>
                </a:lnTo>
                <a:lnTo>
                  <a:pt x="2176713" y="1769832"/>
                </a:lnTo>
                <a:lnTo>
                  <a:pt x="2612055" y="1841753"/>
                </a:lnTo>
                <a:lnTo>
                  <a:pt x="3047398" y="1946725"/>
                </a:lnTo>
                <a:lnTo>
                  <a:pt x="3482741" y="2106026"/>
                </a:lnTo>
                <a:lnTo>
                  <a:pt x="3918083" y="2340495"/>
                </a:lnTo>
                <a:lnTo>
                  <a:pt x="4353426" y="2653573"/>
                </a:lnTo>
                <a:lnTo>
                  <a:pt x="4788768" y="3025871"/>
                </a:lnTo>
                <a:lnTo>
                  <a:pt x="5224111" y="3436456"/>
                </a:lnTo>
                <a:lnTo>
                  <a:pt x="5659453" y="3864705"/>
                </a:lnTo>
                <a:lnTo>
                  <a:pt x="6094796" y="4343543"/>
                </a:lnTo>
                <a:lnTo>
                  <a:pt x="6530139" y="4869441"/>
                </a:lnTo>
                <a:lnTo>
                  <a:pt x="6965481" y="5389548"/>
                </a:lnTo>
                <a:lnTo>
                  <a:pt x="7400824" y="5851016"/>
                </a:lnTo>
                <a:lnTo>
                  <a:pt x="7836166" y="6234161"/>
                </a:lnTo>
                <a:lnTo>
                  <a:pt x="8271509" y="6579633"/>
                </a:lnTo>
                <a:lnTo>
                  <a:pt x="8706851" y="6870900"/>
                </a:lnTo>
                <a:lnTo>
                  <a:pt x="9142194" y="7088743"/>
                </a:lnTo>
                <a:lnTo>
                  <a:pt x="9577537" y="7213544"/>
                </a:lnTo>
                <a:lnTo>
                  <a:pt x="10012879" y="7239638"/>
                </a:lnTo>
                <a:lnTo>
                  <a:pt x="10448222" y="7191023"/>
                </a:lnTo>
                <a:lnTo>
                  <a:pt x="10883564" y="7094468"/>
                </a:lnTo>
                <a:lnTo>
                  <a:pt x="11318907" y="6976013"/>
                </a:lnTo>
                <a:lnTo>
                  <a:pt x="11754250" y="6821126"/>
                </a:lnTo>
                <a:lnTo>
                  <a:pt x="12189592" y="6624828"/>
                </a:lnTo>
                <a:lnTo>
                  <a:pt x="12624935" y="6402906"/>
                </a:lnTo>
                <a:lnTo>
                  <a:pt x="13060277" y="6171147"/>
                </a:lnTo>
                <a:lnTo>
                  <a:pt x="13495620" y="5930665"/>
                </a:lnTo>
                <a:lnTo>
                  <a:pt x="13930962" y="5669280"/>
                </a:lnTo>
                <a:lnTo>
                  <a:pt x="14366305" y="5398532"/>
                </a:lnTo>
                <a:lnTo>
                  <a:pt x="14801648" y="5130433"/>
                </a:lnTo>
                <a:lnTo>
                  <a:pt x="15236990" y="4872430"/>
                </a:lnTo>
                <a:lnTo>
                  <a:pt x="15672333" y="4612028"/>
                </a:lnTo>
                <a:lnTo>
                  <a:pt x="16107675" y="4355568"/>
                </a:lnTo>
                <a:lnTo>
                  <a:pt x="16543018" y="4112660"/>
                </a:lnTo>
                <a:lnTo>
                  <a:pt x="16978360" y="3892338"/>
                </a:lnTo>
                <a:lnTo>
                  <a:pt x="17413703" y="3688498"/>
                </a:lnTo>
                <a:lnTo>
                  <a:pt x="17849046" y="3500356"/>
                </a:lnTo>
                <a:lnTo>
                  <a:pt x="18284388" y="3333059"/>
                </a:lnTo>
                <a:lnTo>
                  <a:pt x="18719731" y="3191757"/>
                </a:lnTo>
                <a:lnTo>
                  <a:pt x="19155073" y="3077278"/>
                </a:lnTo>
                <a:lnTo>
                  <a:pt x="19590416" y="2986442"/>
                </a:lnTo>
                <a:lnTo>
                  <a:pt x="20025758" y="2920254"/>
                </a:lnTo>
                <a:lnTo>
                  <a:pt x="20461101" y="2879742"/>
                </a:lnTo>
                <a:lnTo>
                  <a:pt x="20896444" y="2865858"/>
                </a:lnTo>
                <a:lnTo>
                  <a:pt x="21331786" y="2878422"/>
                </a:lnTo>
                <a:lnTo>
                  <a:pt x="21767129" y="2916426"/>
                </a:lnTo>
                <a:lnTo>
                  <a:pt x="22202471" y="2978840"/>
                </a:lnTo>
                <a:lnTo>
                  <a:pt x="22637814" y="3067222"/>
                </a:lnTo>
                <a:lnTo>
                  <a:pt x="23073156" y="3208465"/>
                </a:lnTo>
                <a:lnTo>
                  <a:pt x="23508499" y="3378958"/>
                </a:lnTo>
                <a:lnTo>
                  <a:pt x="23943842" y="3538891"/>
                </a:lnTo>
                <a:lnTo>
                  <a:pt x="24379184" y="36484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139696"/>
                </a:moveTo>
                <a:lnTo>
                  <a:pt x="435343" y="2132696"/>
                </a:lnTo>
                <a:lnTo>
                  <a:pt x="870685" y="2120161"/>
                </a:lnTo>
                <a:lnTo>
                  <a:pt x="1306028" y="2114789"/>
                </a:lnTo>
                <a:lnTo>
                  <a:pt x="1741370" y="2129277"/>
                </a:lnTo>
                <a:lnTo>
                  <a:pt x="2176713" y="2164315"/>
                </a:lnTo>
                <a:lnTo>
                  <a:pt x="2612055" y="2202272"/>
                </a:lnTo>
                <a:lnTo>
                  <a:pt x="3047398" y="2264622"/>
                </a:lnTo>
                <a:lnTo>
                  <a:pt x="3482741" y="2375387"/>
                </a:lnTo>
                <a:lnTo>
                  <a:pt x="3918083" y="2557371"/>
                </a:lnTo>
                <a:lnTo>
                  <a:pt x="4353426" y="2809624"/>
                </a:lnTo>
                <a:lnTo>
                  <a:pt x="4788768" y="3115431"/>
                </a:lnTo>
                <a:lnTo>
                  <a:pt x="5224111" y="3458663"/>
                </a:lnTo>
                <a:lnTo>
                  <a:pt x="5659453" y="3823431"/>
                </a:lnTo>
                <a:lnTo>
                  <a:pt x="6094796" y="4235387"/>
                </a:lnTo>
                <a:lnTo>
                  <a:pt x="6530139" y="4691692"/>
                </a:lnTo>
                <a:lnTo>
                  <a:pt x="6965481" y="5151164"/>
                </a:lnTo>
                <a:lnTo>
                  <a:pt x="7400824" y="5572623"/>
                </a:lnTo>
                <a:lnTo>
                  <a:pt x="7836166" y="5942571"/>
                </a:lnTo>
                <a:lnTo>
                  <a:pt x="8271509" y="6294146"/>
                </a:lnTo>
                <a:lnTo>
                  <a:pt x="8706851" y="6609404"/>
                </a:lnTo>
                <a:lnTo>
                  <a:pt x="9142194" y="6868099"/>
                </a:lnTo>
                <a:lnTo>
                  <a:pt x="9577537" y="7052147"/>
                </a:lnTo>
                <a:lnTo>
                  <a:pt x="10012879" y="7167008"/>
                </a:lnTo>
                <a:lnTo>
                  <a:pt x="10448222" y="7223467"/>
                </a:lnTo>
                <a:lnTo>
                  <a:pt x="10883564" y="7230789"/>
                </a:lnTo>
                <a:lnTo>
                  <a:pt x="11318907" y="7197875"/>
                </a:lnTo>
                <a:lnTo>
                  <a:pt x="11754250" y="7115212"/>
                </a:lnTo>
                <a:lnTo>
                  <a:pt x="12189592" y="6983730"/>
                </a:lnTo>
                <a:lnTo>
                  <a:pt x="12624935" y="6815782"/>
                </a:lnTo>
                <a:lnTo>
                  <a:pt x="13060277" y="6623724"/>
                </a:lnTo>
                <a:lnTo>
                  <a:pt x="13495620" y="6406074"/>
                </a:lnTo>
                <a:lnTo>
                  <a:pt x="13930962" y="6152392"/>
                </a:lnTo>
                <a:lnTo>
                  <a:pt x="14366305" y="5877310"/>
                </a:lnTo>
                <a:lnTo>
                  <a:pt x="14801648" y="5595927"/>
                </a:lnTo>
                <a:lnTo>
                  <a:pt x="15236990" y="5317557"/>
                </a:lnTo>
                <a:lnTo>
                  <a:pt x="15672333" y="5026341"/>
                </a:lnTo>
                <a:lnTo>
                  <a:pt x="16107675" y="4730478"/>
                </a:lnTo>
                <a:lnTo>
                  <a:pt x="16543018" y="4442324"/>
                </a:lnTo>
                <a:lnTo>
                  <a:pt x="16978360" y="4173387"/>
                </a:lnTo>
                <a:lnTo>
                  <a:pt x="17413703" y="3913819"/>
                </a:lnTo>
                <a:lnTo>
                  <a:pt x="17849046" y="3664106"/>
                </a:lnTo>
                <a:lnTo>
                  <a:pt x="18284388" y="3433858"/>
                </a:lnTo>
                <a:lnTo>
                  <a:pt x="18719731" y="3232683"/>
                </a:lnTo>
                <a:lnTo>
                  <a:pt x="19155073" y="3062064"/>
                </a:lnTo>
                <a:lnTo>
                  <a:pt x="19590416" y="2916061"/>
                </a:lnTo>
                <a:lnTo>
                  <a:pt x="20025758" y="2796686"/>
                </a:lnTo>
                <a:lnTo>
                  <a:pt x="20461101" y="2705998"/>
                </a:lnTo>
                <a:lnTo>
                  <a:pt x="20896444" y="2645415"/>
                </a:lnTo>
                <a:lnTo>
                  <a:pt x="21331786" y="2613612"/>
                </a:lnTo>
                <a:lnTo>
                  <a:pt x="21767129" y="2610390"/>
                </a:lnTo>
                <a:lnTo>
                  <a:pt x="22202471" y="2635749"/>
                </a:lnTo>
                <a:lnTo>
                  <a:pt x="22637814" y="2692180"/>
                </a:lnTo>
                <a:lnTo>
                  <a:pt x="23073156" y="2805954"/>
                </a:lnTo>
                <a:lnTo>
                  <a:pt x="23508499" y="2953369"/>
                </a:lnTo>
                <a:lnTo>
                  <a:pt x="23943842" y="3094958"/>
                </a:lnTo>
                <a:lnTo>
                  <a:pt x="24379184" y="3191256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108960"/>
                </a:moveTo>
                <a:lnTo>
                  <a:pt x="435343" y="3010013"/>
                </a:lnTo>
                <a:lnTo>
                  <a:pt x="870685" y="2863681"/>
                </a:lnTo>
                <a:lnTo>
                  <a:pt x="1306028" y="2714234"/>
                </a:lnTo>
                <a:lnTo>
                  <a:pt x="1741370" y="2605942"/>
                </a:lnTo>
                <a:lnTo>
                  <a:pt x="2176713" y="2562519"/>
                </a:lnTo>
                <a:lnTo>
                  <a:pt x="2612055" y="2550695"/>
                </a:lnTo>
                <a:lnTo>
                  <a:pt x="3047398" y="2576902"/>
                </a:lnTo>
                <a:lnTo>
                  <a:pt x="3482741" y="2651094"/>
                </a:lnTo>
                <a:lnTo>
                  <a:pt x="3918083" y="2783364"/>
                </a:lnTo>
                <a:lnTo>
                  <a:pt x="4353426" y="2977635"/>
                </a:lnTo>
                <a:lnTo>
                  <a:pt x="4788768" y="3222363"/>
                </a:lnTo>
                <a:lnTo>
                  <a:pt x="5224111" y="3504163"/>
                </a:lnTo>
                <a:lnTo>
                  <a:pt x="5659453" y="3809844"/>
                </a:lnTo>
                <a:lnTo>
                  <a:pt x="6094796" y="4159520"/>
                </a:lnTo>
                <a:lnTo>
                  <a:pt x="6530139" y="4551328"/>
                </a:lnTo>
                <a:lnTo>
                  <a:pt x="6965481" y="4953009"/>
                </a:lnTo>
                <a:lnTo>
                  <a:pt x="7400824" y="5332304"/>
                </a:lnTo>
                <a:lnTo>
                  <a:pt x="7836166" y="5679213"/>
                </a:lnTo>
                <a:lnTo>
                  <a:pt x="8271509" y="6020149"/>
                </a:lnTo>
                <a:lnTo>
                  <a:pt x="8706851" y="6339483"/>
                </a:lnTo>
                <a:lnTo>
                  <a:pt x="9142194" y="6619711"/>
                </a:lnTo>
                <a:lnTo>
                  <a:pt x="9577537" y="6846999"/>
                </a:lnTo>
                <a:lnTo>
                  <a:pt x="10012879" y="7034009"/>
                </a:lnTo>
                <a:lnTo>
                  <a:pt x="10448222" y="7179986"/>
                </a:lnTo>
                <a:lnTo>
                  <a:pt x="10883564" y="7279784"/>
                </a:lnTo>
                <a:lnTo>
                  <a:pt x="11318907" y="7328243"/>
                </a:lnTo>
                <a:lnTo>
                  <a:pt x="11754250" y="7322164"/>
                </a:lnTo>
                <a:lnTo>
                  <a:pt x="12189592" y="7266051"/>
                </a:lnTo>
                <a:lnTo>
                  <a:pt x="12624935" y="7166081"/>
                </a:lnTo>
                <a:lnTo>
                  <a:pt x="13060277" y="7028432"/>
                </a:lnTo>
                <a:lnTo>
                  <a:pt x="13495620" y="6849243"/>
                </a:lnTo>
                <a:lnTo>
                  <a:pt x="13930962" y="6622095"/>
                </a:lnTo>
                <a:lnTo>
                  <a:pt x="14366305" y="6361720"/>
                </a:lnTo>
                <a:lnTo>
                  <a:pt x="14801648" y="6083218"/>
                </a:lnTo>
                <a:lnTo>
                  <a:pt x="15236990" y="5795090"/>
                </a:lnTo>
                <a:lnTo>
                  <a:pt x="15672333" y="5479040"/>
                </a:lnTo>
                <a:lnTo>
                  <a:pt x="16107675" y="5146975"/>
                </a:lnTo>
                <a:lnTo>
                  <a:pt x="16543018" y="4815711"/>
                </a:lnTo>
                <a:lnTo>
                  <a:pt x="16978360" y="4500914"/>
                </a:lnTo>
                <a:lnTo>
                  <a:pt x="17413703" y="4189205"/>
                </a:lnTo>
                <a:lnTo>
                  <a:pt x="17849046" y="3881227"/>
                </a:lnTo>
                <a:lnTo>
                  <a:pt x="18284388" y="3590020"/>
                </a:lnTo>
                <a:lnTo>
                  <a:pt x="18719731" y="3328626"/>
                </a:lnTo>
                <a:lnTo>
                  <a:pt x="19155073" y="3098255"/>
                </a:lnTo>
                <a:lnTo>
                  <a:pt x="19590416" y="2890800"/>
                </a:lnTo>
                <a:lnTo>
                  <a:pt x="20025758" y="2710651"/>
                </a:lnTo>
                <a:lnTo>
                  <a:pt x="20461101" y="2562268"/>
                </a:lnTo>
                <a:lnTo>
                  <a:pt x="20896444" y="2448406"/>
                </a:lnTo>
                <a:lnTo>
                  <a:pt x="21331786" y="2365546"/>
                </a:lnTo>
                <a:lnTo>
                  <a:pt x="21767129" y="2314469"/>
                </a:lnTo>
                <a:lnTo>
                  <a:pt x="22202471" y="2296549"/>
                </a:lnTo>
                <a:lnTo>
                  <a:pt x="22637814" y="2315506"/>
                </a:lnTo>
                <a:lnTo>
                  <a:pt x="23073156" y="2396631"/>
                </a:lnTo>
                <a:lnTo>
                  <a:pt x="23508499" y="2516236"/>
                </a:lnTo>
                <a:lnTo>
                  <a:pt x="23943842" y="2635541"/>
                </a:lnTo>
                <a:lnTo>
                  <a:pt x="24379184" y="27157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2953512"/>
                </a:moveTo>
                <a:lnTo>
                  <a:pt x="435343" y="2953323"/>
                </a:lnTo>
                <a:lnTo>
                  <a:pt x="870685" y="2952984"/>
                </a:lnTo>
                <a:lnTo>
                  <a:pt x="1306028" y="2952839"/>
                </a:lnTo>
                <a:lnTo>
                  <a:pt x="1741370" y="2953230"/>
                </a:lnTo>
                <a:lnTo>
                  <a:pt x="2176713" y="2945841"/>
                </a:lnTo>
                <a:lnTo>
                  <a:pt x="2612055" y="2919170"/>
                </a:lnTo>
                <a:lnTo>
                  <a:pt x="3047398" y="2900559"/>
                </a:lnTo>
                <a:lnTo>
                  <a:pt x="3482741" y="2919522"/>
                </a:lnTo>
                <a:lnTo>
                  <a:pt x="3918083" y="3002955"/>
                </a:lnTo>
                <a:lnTo>
                  <a:pt x="4353426" y="3142236"/>
                </a:lnTo>
                <a:lnTo>
                  <a:pt x="4788768" y="3324811"/>
                </a:lnTo>
                <a:lnTo>
                  <a:pt x="5224111" y="3542444"/>
                </a:lnTo>
                <a:lnTo>
                  <a:pt x="5659453" y="3787030"/>
                </a:lnTo>
                <a:lnTo>
                  <a:pt x="6094796" y="4073081"/>
                </a:lnTo>
                <a:lnTo>
                  <a:pt x="6530139" y="4398553"/>
                </a:lnTo>
                <a:lnTo>
                  <a:pt x="6965481" y="4740111"/>
                </a:lnTo>
                <a:lnTo>
                  <a:pt x="7400824" y="5074418"/>
                </a:lnTo>
                <a:lnTo>
                  <a:pt x="7836166" y="5395810"/>
                </a:lnTo>
                <a:lnTo>
                  <a:pt x="8271509" y="5724642"/>
                </a:lnTo>
                <a:lnTo>
                  <a:pt x="8706851" y="6045290"/>
                </a:lnTo>
                <a:lnTo>
                  <a:pt x="9142194" y="6340596"/>
                </a:lnTo>
                <a:lnTo>
                  <a:pt x="9577537" y="6597805"/>
                </a:lnTo>
                <a:lnTo>
                  <a:pt x="10012879" y="6832915"/>
                </a:lnTo>
                <a:lnTo>
                  <a:pt x="10448222" y="7040640"/>
                </a:lnTo>
                <a:lnTo>
                  <a:pt x="10883564" y="7210000"/>
                </a:lnTo>
                <a:lnTo>
                  <a:pt x="11318907" y="7330306"/>
                </a:lnTo>
                <a:lnTo>
                  <a:pt x="11754250" y="7407325"/>
                </a:lnTo>
                <a:lnTo>
                  <a:pt x="12189592" y="7443216"/>
                </a:lnTo>
                <a:lnTo>
                  <a:pt x="12624935" y="7431800"/>
                </a:lnTo>
                <a:lnTo>
                  <a:pt x="13060277" y="7366901"/>
                </a:lnTo>
                <a:lnTo>
                  <a:pt x="13495620" y="7240045"/>
                </a:lnTo>
                <a:lnTo>
                  <a:pt x="13930962" y="7052903"/>
                </a:lnTo>
                <a:lnTo>
                  <a:pt x="14366305" y="6820074"/>
                </a:lnTo>
                <a:lnTo>
                  <a:pt x="14801648" y="6556315"/>
                </a:lnTo>
                <a:lnTo>
                  <a:pt x="15236990" y="6269051"/>
                </a:lnTo>
                <a:lnTo>
                  <a:pt x="15672333" y="5937758"/>
                </a:lnTo>
                <a:lnTo>
                  <a:pt x="16107675" y="5578096"/>
                </a:lnTo>
                <a:lnTo>
                  <a:pt x="16543018" y="5211341"/>
                </a:lnTo>
                <a:lnTo>
                  <a:pt x="16978360" y="4857342"/>
                </a:lnTo>
                <a:lnTo>
                  <a:pt x="17413703" y="4499648"/>
                </a:lnTo>
                <a:lnTo>
                  <a:pt x="17849046" y="4138715"/>
                </a:lnTo>
                <a:lnTo>
                  <a:pt x="18284388" y="3790331"/>
                </a:lnTo>
                <a:lnTo>
                  <a:pt x="18719731" y="3470281"/>
                </a:lnTo>
                <a:lnTo>
                  <a:pt x="19155073" y="3178501"/>
                </a:lnTo>
                <a:lnTo>
                  <a:pt x="19590416" y="2905093"/>
                </a:lnTo>
                <a:lnTo>
                  <a:pt x="20025758" y="2658531"/>
                </a:lnTo>
                <a:lnTo>
                  <a:pt x="20461101" y="2447397"/>
                </a:lnTo>
                <a:lnTo>
                  <a:pt x="20896444" y="2276963"/>
                </a:lnTo>
                <a:lnTo>
                  <a:pt x="21331786" y="2140410"/>
                </a:lnTo>
                <a:lnTo>
                  <a:pt x="21767129" y="2039338"/>
                </a:lnTo>
                <a:lnTo>
                  <a:pt x="22202471" y="1976490"/>
                </a:lnTo>
                <a:lnTo>
                  <a:pt x="22637814" y="1956839"/>
                </a:lnTo>
                <a:lnTo>
                  <a:pt x="23073156" y="2004923"/>
                </a:lnTo>
                <a:lnTo>
                  <a:pt x="23508499" y="2096863"/>
                </a:lnTo>
                <a:lnTo>
                  <a:pt x="23943842" y="2194223"/>
                </a:lnTo>
                <a:lnTo>
                  <a:pt x="24379184" y="22585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300984"/>
                </a:moveTo>
                <a:lnTo>
                  <a:pt x="435343" y="3302876"/>
                </a:lnTo>
                <a:lnTo>
                  <a:pt x="870685" y="3306264"/>
                </a:lnTo>
                <a:lnTo>
                  <a:pt x="1306028" y="3307716"/>
                </a:lnTo>
                <a:lnTo>
                  <a:pt x="1741370" y="3303800"/>
                </a:lnTo>
                <a:lnTo>
                  <a:pt x="2176713" y="3284625"/>
                </a:lnTo>
                <a:lnTo>
                  <a:pt x="2612055" y="3242121"/>
                </a:lnTo>
                <a:lnTo>
                  <a:pt x="3047398" y="3201641"/>
                </a:lnTo>
                <a:lnTo>
                  <a:pt x="3482741" y="3190296"/>
                </a:lnTo>
                <a:lnTo>
                  <a:pt x="3918083" y="3232128"/>
                </a:lnTo>
                <a:lnTo>
                  <a:pt x="4353426" y="3314787"/>
                </a:lnTo>
                <a:lnTo>
                  <a:pt x="4788768" y="3431483"/>
                </a:lnTo>
                <a:lnTo>
                  <a:pt x="5224111" y="3581529"/>
                </a:lnTo>
                <a:lnTo>
                  <a:pt x="5659453" y="3764317"/>
                </a:lnTo>
                <a:lnTo>
                  <a:pt x="6094796" y="3990999"/>
                </a:lnTo>
                <a:lnTo>
                  <a:pt x="6530139" y="4257225"/>
                </a:lnTo>
                <a:lnTo>
                  <a:pt x="6965481" y="4544808"/>
                </a:lnTo>
                <a:lnTo>
                  <a:pt x="7400824" y="4835559"/>
                </a:lnTo>
                <a:lnTo>
                  <a:pt x="7836166" y="5125066"/>
                </a:lnTo>
                <a:lnTo>
                  <a:pt x="8271509" y="5429197"/>
                </a:lnTo>
                <a:lnTo>
                  <a:pt x="8706851" y="5735766"/>
                </a:lnTo>
                <a:lnTo>
                  <a:pt x="9142194" y="6031388"/>
                </a:lnTo>
                <a:lnTo>
                  <a:pt x="9577537" y="6307101"/>
                </a:lnTo>
                <a:lnTo>
                  <a:pt x="10012879" y="6579742"/>
                </a:lnTo>
                <a:lnTo>
                  <a:pt x="10448222" y="6839659"/>
                </a:lnTo>
                <a:lnTo>
                  <a:pt x="10883564" y="7071065"/>
                </a:lnTo>
                <a:lnTo>
                  <a:pt x="11318907" y="7258756"/>
                </a:lnTo>
                <a:lnTo>
                  <a:pt x="11754250" y="7417301"/>
                </a:lnTo>
                <a:lnTo>
                  <a:pt x="12189592" y="7546086"/>
                </a:lnTo>
                <a:lnTo>
                  <a:pt x="12624935" y="7626579"/>
                </a:lnTo>
                <a:lnTo>
                  <a:pt x="13060277" y="7640249"/>
                </a:lnTo>
                <a:lnTo>
                  <a:pt x="13495620" y="7574574"/>
                </a:lnTo>
                <a:lnTo>
                  <a:pt x="13930962" y="7439537"/>
                </a:lnTo>
                <a:lnTo>
                  <a:pt x="14366305" y="7248254"/>
                </a:lnTo>
                <a:lnTo>
                  <a:pt x="14801648" y="7013765"/>
                </a:lnTo>
                <a:lnTo>
                  <a:pt x="15236990" y="6741932"/>
                </a:lnTo>
                <a:lnTo>
                  <a:pt x="15672333" y="6412517"/>
                </a:lnTo>
                <a:lnTo>
                  <a:pt x="16107675" y="6042553"/>
                </a:lnTo>
                <a:lnTo>
                  <a:pt x="16543018" y="5654691"/>
                </a:lnTo>
                <a:lnTo>
                  <a:pt x="16978360" y="5269899"/>
                </a:lnTo>
                <a:lnTo>
                  <a:pt x="17413703" y="4867674"/>
                </a:lnTo>
                <a:lnTo>
                  <a:pt x="17849046" y="4450736"/>
                </a:lnTo>
                <a:lnTo>
                  <a:pt x="18284388" y="4040362"/>
                </a:lnTo>
                <a:lnTo>
                  <a:pt x="18719731" y="3657830"/>
                </a:lnTo>
                <a:lnTo>
                  <a:pt x="19155073" y="3302344"/>
                </a:lnTo>
                <a:lnTo>
                  <a:pt x="19590416" y="2960518"/>
                </a:lnTo>
                <a:lnTo>
                  <a:pt x="20025758" y="2645250"/>
                </a:lnTo>
                <a:lnTo>
                  <a:pt x="20461101" y="2369579"/>
                </a:lnTo>
                <a:lnTo>
                  <a:pt x="20896444" y="2141935"/>
                </a:lnTo>
                <a:lnTo>
                  <a:pt x="21331786" y="1952789"/>
                </a:lnTo>
                <a:lnTo>
                  <a:pt x="21767129" y="1803002"/>
                </a:lnTo>
                <a:lnTo>
                  <a:pt x="22202471" y="1694978"/>
                </a:lnTo>
                <a:lnTo>
                  <a:pt x="22637814" y="1633175"/>
                </a:lnTo>
                <a:lnTo>
                  <a:pt x="23073156" y="1640206"/>
                </a:lnTo>
                <a:lnTo>
                  <a:pt x="23508499" y="1694147"/>
                </a:lnTo>
                <a:lnTo>
                  <a:pt x="23943842" y="1759650"/>
                </a:lnTo>
                <a:lnTo>
                  <a:pt x="24379184" y="18013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630168"/>
                </a:moveTo>
                <a:lnTo>
                  <a:pt x="435343" y="3633573"/>
                </a:lnTo>
                <a:lnTo>
                  <a:pt x="870685" y="3639671"/>
                </a:lnTo>
                <a:lnTo>
                  <a:pt x="1306028" y="3642285"/>
                </a:lnTo>
                <a:lnTo>
                  <a:pt x="1741370" y="3635237"/>
                </a:lnTo>
                <a:lnTo>
                  <a:pt x="2176713" y="3608176"/>
                </a:lnTo>
                <a:lnTo>
                  <a:pt x="2612055" y="3556432"/>
                </a:lnTo>
                <a:lnTo>
                  <a:pt x="3047398" y="3501714"/>
                </a:lnTo>
                <a:lnTo>
                  <a:pt x="3482741" y="3467016"/>
                </a:lnTo>
                <a:lnTo>
                  <a:pt x="3918083" y="3472005"/>
                </a:lnTo>
                <a:lnTo>
                  <a:pt x="4353426" y="3501416"/>
                </a:lnTo>
                <a:lnTo>
                  <a:pt x="4788768" y="3554620"/>
                </a:lnTo>
                <a:lnTo>
                  <a:pt x="5224111" y="3638482"/>
                </a:lnTo>
                <a:lnTo>
                  <a:pt x="5659453" y="3759889"/>
                </a:lnTo>
                <a:lnTo>
                  <a:pt x="6094796" y="3926419"/>
                </a:lnTo>
                <a:lnTo>
                  <a:pt x="6530139" y="4131509"/>
                </a:lnTo>
                <a:lnTo>
                  <a:pt x="6965481" y="4362461"/>
                </a:lnTo>
                <a:lnTo>
                  <a:pt x="7400824" y="4606577"/>
                </a:lnTo>
                <a:lnTo>
                  <a:pt x="7836166" y="4861588"/>
                </a:lnTo>
                <a:lnTo>
                  <a:pt x="8271509" y="5139218"/>
                </a:lnTo>
                <a:lnTo>
                  <a:pt x="8706851" y="5428727"/>
                </a:lnTo>
                <a:lnTo>
                  <a:pt x="9142194" y="5718447"/>
                </a:lnTo>
                <a:lnTo>
                  <a:pt x="9577537" y="6000607"/>
                </a:lnTo>
                <a:lnTo>
                  <a:pt x="10012879" y="6290071"/>
                </a:lnTo>
                <a:lnTo>
                  <a:pt x="10448222" y="6578188"/>
                </a:lnTo>
                <a:lnTo>
                  <a:pt x="10883564" y="6850889"/>
                </a:lnTo>
                <a:lnTo>
                  <a:pt x="11318907" y="7094907"/>
                </a:lnTo>
                <a:lnTo>
                  <a:pt x="11754250" y="7334587"/>
                </a:lnTo>
                <a:lnTo>
                  <a:pt x="12189592" y="7562659"/>
                </a:lnTo>
                <a:lnTo>
                  <a:pt x="12624935" y="7745151"/>
                </a:lnTo>
                <a:lnTo>
                  <a:pt x="13060277" y="7848086"/>
                </a:lnTo>
                <a:lnTo>
                  <a:pt x="13495620" y="7854274"/>
                </a:lnTo>
                <a:lnTo>
                  <a:pt x="13930962" y="7784237"/>
                </a:lnTo>
                <a:lnTo>
                  <a:pt x="14366305" y="7648309"/>
                </a:lnTo>
                <a:lnTo>
                  <a:pt x="14801648" y="7456442"/>
                </a:lnTo>
                <a:lnTo>
                  <a:pt x="15236990" y="7211946"/>
                </a:lnTo>
                <a:lnTo>
                  <a:pt x="15672333" y="6895884"/>
                </a:lnTo>
                <a:lnTo>
                  <a:pt x="16107675" y="6526567"/>
                </a:lnTo>
                <a:lnTo>
                  <a:pt x="16543018" y="6127675"/>
                </a:lnTo>
                <a:lnTo>
                  <a:pt x="16978360" y="5720990"/>
                </a:lnTo>
                <a:lnTo>
                  <a:pt x="17413703" y="5282513"/>
                </a:lnTo>
                <a:lnTo>
                  <a:pt x="17849046" y="4817003"/>
                </a:lnTo>
                <a:lnTo>
                  <a:pt x="18284388" y="4350544"/>
                </a:lnTo>
                <a:lnTo>
                  <a:pt x="18719731" y="3909215"/>
                </a:lnTo>
                <a:lnTo>
                  <a:pt x="19155073" y="3491478"/>
                </a:lnTo>
                <a:lnTo>
                  <a:pt x="19590416" y="3080894"/>
                </a:lnTo>
                <a:lnTo>
                  <a:pt x="20025758" y="2694437"/>
                </a:lnTo>
                <a:lnTo>
                  <a:pt x="20461101" y="2349268"/>
                </a:lnTo>
                <a:lnTo>
                  <a:pt x="20896444" y="2055854"/>
                </a:lnTo>
                <a:lnTo>
                  <a:pt x="21331786" y="1800395"/>
                </a:lnTo>
                <a:lnTo>
                  <a:pt x="21767129" y="1586390"/>
                </a:lnTo>
                <a:lnTo>
                  <a:pt x="22202471" y="1419674"/>
                </a:lnTo>
                <a:lnTo>
                  <a:pt x="22637814" y="1307822"/>
                </a:lnTo>
                <a:lnTo>
                  <a:pt x="23073156" y="1271450"/>
                </a:lnTo>
                <a:lnTo>
                  <a:pt x="23508499" y="1288263"/>
                </a:lnTo>
                <a:lnTo>
                  <a:pt x="23943842" y="1323941"/>
                </a:lnTo>
                <a:lnTo>
                  <a:pt x="24379184" y="1344168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13048"/>
                </a:moveTo>
                <a:lnTo>
                  <a:pt x="435343" y="3814940"/>
                </a:lnTo>
                <a:lnTo>
                  <a:pt x="870685" y="3818328"/>
                </a:lnTo>
                <a:lnTo>
                  <a:pt x="1306028" y="3819780"/>
                </a:lnTo>
                <a:lnTo>
                  <a:pt x="1741370" y="3815864"/>
                </a:lnTo>
                <a:lnTo>
                  <a:pt x="2176713" y="3802240"/>
                </a:lnTo>
                <a:lnTo>
                  <a:pt x="2612055" y="3778177"/>
                </a:lnTo>
                <a:lnTo>
                  <a:pt x="3047398" y="3751210"/>
                </a:lnTo>
                <a:lnTo>
                  <a:pt x="3482741" y="3729232"/>
                </a:lnTo>
                <a:lnTo>
                  <a:pt x="3918083" y="3717266"/>
                </a:lnTo>
                <a:lnTo>
                  <a:pt x="4353426" y="3698550"/>
                </a:lnTo>
                <a:lnTo>
                  <a:pt x="4788768" y="3685202"/>
                </a:lnTo>
                <a:lnTo>
                  <a:pt x="5224111" y="3697470"/>
                </a:lnTo>
                <a:lnTo>
                  <a:pt x="5659453" y="3755549"/>
                </a:lnTo>
                <a:lnTo>
                  <a:pt x="6094796" y="3864126"/>
                </a:lnTo>
                <a:lnTo>
                  <a:pt x="6530139" y="4011262"/>
                </a:lnTo>
                <a:lnTo>
                  <a:pt x="6965481" y="4188379"/>
                </a:lnTo>
                <a:lnTo>
                  <a:pt x="7400824" y="4386895"/>
                </a:lnTo>
                <a:lnTo>
                  <a:pt x="7836166" y="4605882"/>
                </a:lnTo>
                <a:lnTo>
                  <a:pt x="8271509" y="4853737"/>
                </a:lnTo>
                <a:lnTo>
                  <a:pt x="8706851" y="5121550"/>
                </a:lnTo>
                <a:lnTo>
                  <a:pt x="9142194" y="5399711"/>
                </a:lnTo>
                <a:lnTo>
                  <a:pt x="9577537" y="5681925"/>
                </a:lnTo>
                <a:lnTo>
                  <a:pt x="10012879" y="5980896"/>
                </a:lnTo>
                <a:lnTo>
                  <a:pt x="10448222" y="6288913"/>
                </a:lnTo>
                <a:lnTo>
                  <a:pt x="10883564" y="6593621"/>
                </a:lnTo>
                <a:lnTo>
                  <a:pt x="11318907" y="6883598"/>
                </a:lnTo>
                <a:lnTo>
                  <a:pt x="11754250" y="7189167"/>
                </a:lnTo>
                <a:lnTo>
                  <a:pt x="12189592" y="7498652"/>
                </a:lnTo>
                <a:lnTo>
                  <a:pt x="12624935" y="7768468"/>
                </a:lnTo>
                <a:lnTo>
                  <a:pt x="13060277" y="7955032"/>
                </a:lnTo>
                <a:lnTo>
                  <a:pt x="13495620" y="8041281"/>
                </a:lnTo>
                <a:lnTo>
                  <a:pt x="13930962" y="8055464"/>
                </a:lnTo>
                <a:lnTo>
                  <a:pt x="14366305" y="7998969"/>
                </a:lnTo>
                <a:lnTo>
                  <a:pt x="14801648" y="7872483"/>
                </a:lnTo>
                <a:lnTo>
                  <a:pt x="15236990" y="7672030"/>
                </a:lnTo>
                <a:lnTo>
                  <a:pt x="15672333" y="7383707"/>
                </a:lnTo>
                <a:lnTo>
                  <a:pt x="16107675" y="7027944"/>
                </a:lnTo>
                <a:lnTo>
                  <a:pt x="16543018" y="6629450"/>
                </a:lnTo>
                <a:lnTo>
                  <a:pt x="16978360" y="6210847"/>
                </a:lnTo>
                <a:lnTo>
                  <a:pt x="17413703" y="5745098"/>
                </a:lnTo>
                <a:lnTo>
                  <a:pt x="17849046" y="5238660"/>
                </a:lnTo>
                <a:lnTo>
                  <a:pt x="18284388" y="4721733"/>
                </a:lnTo>
                <a:lnTo>
                  <a:pt x="18719731" y="4224517"/>
                </a:lnTo>
                <a:lnTo>
                  <a:pt x="19155073" y="3743727"/>
                </a:lnTo>
                <a:lnTo>
                  <a:pt x="19590416" y="3260240"/>
                </a:lnTo>
                <a:lnTo>
                  <a:pt x="20025758" y="2796825"/>
                </a:lnTo>
                <a:lnTo>
                  <a:pt x="20461101" y="2376476"/>
                </a:lnTo>
                <a:lnTo>
                  <a:pt x="20896444" y="2012880"/>
                </a:lnTo>
                <a:lnTo>
                  <a:pt x="21331786" y="1686863"/>
                </a:lnTo>
                <a:lnTo>
                  <a:pt x="21767129" y="1404394"/>
                </a:lnTo>
                <a:lnTo>
                  <a:pt x="22202471" y="1174741"/>
                </a:lnTo>
                <a:lnTo>
                  <a:pt x="22637814" y="1008551"/>
                </a:lnTo>
                <a:lnTo>
                  <a:pt x="23073156" y="923988"/>
                </a:lnTo>
                <a:lnTo>
                  <a:pt x="23508499" y="898795"/>
                </a:lnTo>
                <a:lnTo>
                  <a:pt x="23943842" y="900371"/>
                </a:lnTo>
                <a:lnTo>
                  <a:pt x="24379184" y="896112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206240"/>
            <a:ext cx="24379184" cy="8558784"/>
          </a:xfrm>
          <a:custGeom>
            <a:avLst/>
            <a:gdLst/>
            <a:ahLst/>
            <a:cxnLst/>
            <a:rect l="l" t="t" r="r" b="b"/>
            <a:pathLst>
              <a:path w="24379184" h="8558784">
                <a:moveTo>
                  <a:pt x="0" y="3840480"/>
                </a:moveTo>
                <a:lnTo>
                  <a:pt x="435343" y="3840480"/>
                </a:lnTo>
                <a:lnTo>
                  <a:pt x="870685" y="3840480"/>
                </a:lnTo>
                <a:lnTo>
                  <a:pt x="1306028" y="3840480"/>
                </a:lnTo>
                <a:lnTo>
                  <a:pt x="1741370" y="3840480"/>
                </a:lnTo>
                <a:lnTo>
                  <a:pt x="2176713" y="3840480"/>
                </a:lnTo>
                <a:lnTo>
                  <a:pt x="2612055" y="3840480"/>
                </a:lnTo>
                <a:lnTo>
                  <a:pt x="3047398" y="3840480"/>
                </a:lnTo>
                <a:lnTo>
                  <a:pt x="3482741" y="3840480"/>
                </a:lnTo>
                <a:lnTo>
                  <a:pt x="3918083" y="3839750"/>
                </a:lnTo>
                <a:lnTo>
                  <a:pt x="4353426" y="3833428"/>
                </a:lnTo>
                <a:lnTo>
                  <a:pt x="4788768" y="3826720"/>
                </a:lnTo>
                <a:lnTo>
                  <a:pt x="5224111" y="3827174"/>
                </a:lnTo>
                <a:lnTo>
                  <a:pt x="5659453" y="3842235"/>
                </a:lnTo>
                <a:lnTo>
                  <a:pt x="6094796" y="3860983"/>
                </a:lnTo>
                <a:lnTo>
                  <a:pt x="6530139" y="3884288"/>
                </a:lnTo>
                <a:lnTo>
                  <a:pt x="6965481" y="3929654"/>
                </a:lnTo>
                <a:lnTo>
                  <a:pt x="7400824" y="4014583"/>
                </a:lnTo>
                <a:lnTo>
                  <a:pt x="7836166" y="4150208"/>
                </a:lnTo>
                <a:lnTo>
                  <a:pt x="8271509" y="4326739"/>
                </a:lnTo>
                <a:lnTo>
                  <a:pt x="8706851" y="4536954"/>
                </a:lnTo>
                <a:lnTo>
                  <a:pt x="9142194" y="4773990"/>
                </a:lnTo>
                <a:lnTo>
                  <a:pt x="9577537" y="5032942"/>
                </a:lnTo>
                <a:lnTo>
                  <a:pt x="10012879" y="5321079"/>
                </a:lnTo>
                <a:lnTo>
                  <a:pt x="10448222" y="5635183"/>
                </a:lnTo>
                <a:lnTo>
                  <a:pt x="10883564" y="5969421"/>
                </a:lnTo>
                <a:lnTo>
                  <a:pt x="11318907" y="6318944"/>
                </a:lnTo>
                <a:lnTo>
                  <a:pt x="11754250" y="6719736"/>
                </a:lnTo>
                <a:lnTo>
                  <a:pt x="12189592" y="7153466"/>
                </a:lnTo>
                <a:lnTo>
                  <a:pt x="12624935" y="7566252"/>
                </a:lnTo>
                <a:lnTo>
                  <a:pt x="13060277" y="7904216"/>
                </a:lnTo>
                <a:lnTo>
                  <a:pt x="13495620" y="8155970"/>
                </a:lnTo>
                <a:lnTo>
                  <a:pt x="13930962" y="8360175"/>
                </a:lnTo>
                <a:lnTo>
                  <a:pt x="14366305" y="8495462"/>
                </a:lnTo>
                <a:lnTo>
                  <a:pt x="14801648" y="8539182"/>
                </a:lnTo>
                <a:lnTo>
                  <a:pt x="15236990" y="8470737"/>
                </a:lnTo>
                <a:lnTo>
                  <a:pt x="15672333" y="8294058"/>
                </a:lnTo>
                <a:lnTo>
                  <a:pt x="16107675" y="8027060"/>
                </a:lnTo>
                <a:lnTo>
                  <a:pt x="16543018" y="7687590"/>
                </a:lnTo>
                <a:lnTo>
                  <a:pt x="16978360" y="7291419"/>
                </a:lnTo>
                <a:lnTo>
                  <a:pt x="17413703" y="6808601"/>
                </a:lnTo>
                <a:lnTo>
                  <a:pt x="17849046" y="6251585"/>
                </a:lnTo>
                <a:lnTo>
                  <a:pt x="18284388" y="5657779"/>
                </a:lnTo>
                <a:lnTo>
                  <a:pt x="18719731" y="5064588"/>
                </a:lnTo>
                <a:lnTo>
                  <a:pt x="19155073" y="4463488"/>
                </a:lnTo>
                <a:lnTo>
                  <a:pt x="19590416" y="3830537"/>
                </a:lnTo>
                <a:lnTo>
                  <a:pt x="20025758" y="3203165"/>
                </a:lnTo>
                <a:lnTo>
                  <a:pt x="20461101" y="2619121"/>
                </a:lnTo>
                <a:lnTo>
                  <a:pt x="20896444" y="2100028"/>
                </a:lnTo>
                <a:lnTo>
                  <a:pt x="21331786" y="1612675"/>
                </a:lnTo>
                <a:lnTo>
                  <a:pt x="21767129" y="1170103"/>
                </a:lnTo>
                <a:lnTo>
                  <a:pt x="22202471" y="791186"/>
                </a:lnTo>
                <a:lnTo>
                  <a:pt x="22637814" y="495094"/>
                </a:lnTo>
                <a:lnTo>
                  <a:pt x="23073156" y="292207"/>
                </a:lnTo>
                <a:lnTo>
                  <a:pt x="23508499" y="161202"/>
                </a:lnTo>
                <a:lnTo>
                  <a:pt x="23943842" y="75657"/>
                </a:lnTo>
                <a:lnTo>
                  <a:pt x="24379184" y="9144"/>
                </a:lnTo>
              </a:path>
            </a:pathLst>
          </a:custGeom>
          <a:noFill/>
          <a:ln w="9525">
            <a:solidFill>
              <a:srgbClr val="DFE1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62972" y="1737360"/>
            <a:ext cx="4261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C44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MCP servers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16152" y="2286000"/>
            <a:ext cx="2194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3287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Claude Code connected to 4 MCP servers</a:t>
            </a:r>
            <a:endParaRPr lang="en-US" sz="6400" dirty="0"/>
          </a:p>
        </p:txBody>
      </p:sp>
      <p:pic>
        <p:nvPicPr>
          <p:cNvPr id="50" name="Screenshot" descr="Claude Code /mcp list: github 47 tools, gmail 19, notion 49, supabase 13, all connected"/>
          <p:cNvPicPr>
            <a:picLocks noChangeAspect="1"/>
          </p:cNvPicPr>
          <p:nvPr/>
        </p:nvPicPr>
        <p:blipFill>
          <a:blip r:embed="rIdShot"/>
          <a:stretch>
            <a:fillRect/>
          </a:stretch>
        </p:blipFill>
        <p:spPr>
          <a:xfrm>
            <a:off x="3044952" y="4572000"/>
            <a:ext cx="18288000" cy="3668469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51" name="Caption"/>
          <p:cNvSpPr/>
          <p:nvPr/>
        </p:nvSpPr>
        <p:spPr>
          <a:xfrm>
            <a:off x="3044952" y="8606229"/>
            <a:ext cx="18288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Claude Code /mcp: all four project servers connected</a:t>
            </a:r>
            <a:endParaRPr lang="en-US" sz="2000" dirty="0"/>
          </a:p>
        </p:txBody>
      </p:sp>
      <p:sp>
        <p:nvSpPr>
          <p:cNvPr id="52" name="Bullet 1"/>
          <p:cNvSpPr/>
          <p:nvPr/>
        </p:nvSpPr>
        <p:spPr>
          <a:xfrm>
            <a:off x="3044952" y="10252149"/>
            <a:ext cx="8686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457200" marL="457200">
              <a:buClr>
                <a:srgbClr val="F97C44"/>
              </a:buClr>
              <a:buFont typeface="Arial"/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Servers come from .mcp.json in the repo</a:t>
            </a:r>
            <a:endParaRPr lang="en-US" sz="2600" dirty="0"/>
          </a:p>
        </p:txBody>
      </p:sp>
      <p:sp>
        <p:nvSpPr>
          <p:cNvPr id="53" name="Bullet 2"/>
          <p:cNvSpPr/>
          <p:nvPr/>
        </p:nvSpPr>
        <p:spPr>
          <a:xfrm>
            <a:off x="12646152" y="10252149"/>
            <a:ext cx="8686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457200" marL="457200">
              <a:buClr>
                <a:srgbClr val="F97C44"/>
              </a:buClr>
              <a:buFont typeface="Arial"/>
              <a:buChar char="•"/>
            </a:pPr>
            <a:r>
              <a:rPr lang="en-US" sz="2800" dirty="0">
                <a:solidFill>
                  <a:srgbClr val="7F7F7F"/>
                </a:solidFill>
                <a:latin typeface="Varela Round" pitchFamily="34" charset="0"/>
                <a:ea typeface="Varela Round" pitchFamily="34" charset="-122"/>
                <a:cs typeface="Varela Round" pitchFamily="34" charset="-120"/>
              </a:rPr>
              <a:t>Notion and Supabase use OAuth, GitHub a token, Gmail an app password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Course Presentation Template</dc:title>
  <dc:subject>PptxGenJS Presentation</dc:subject>
  <dc:creator>Stancy</dc:creator>
  <cp:lastModifiedBy>Stancy</cp:lastModifiedBy>
  <cp:revision>1</cp:revision>
  <dcterms:created xsi:type="dcterms:W3CDTF">2026-10-11T14:43:16Z</dcterms:created>
  <dcterms:modified xsi:type="dcterms:W3CDTF">2026-10-11T14:43:16Z</dcterms:modified>
</cp:coreProperties>
</file>